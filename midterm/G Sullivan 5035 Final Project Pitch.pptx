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idging the Digital Divide from Orbit – Project Pitch" id="{639E7AA3-D881-4946-9DBD-23EE03A86DE7}">
          <p14:sldIdLst>
            <p14:sldId id="2561"/>
          </p14:sldIdLst>
        </p14:section>
        <p14:section name="Project Overview" id="{98B07AB3-E3FC-4A66-8F18-20B82BC6E328}">
          <p14:sldIdLst>
            <p14:sldId id="2562"/>
            <p14:sldId id="2563"/>
          </p14:sldIdLst>
        </p14:section>
        <p14:section name="Context &amp; Motivation" id="{830F3377-0BC5-4827-9E0C-FBAECC6C03B0}">
          <p14:sldIdLst>
            <p14:sldId id="2564"/>
            <p14:sldId id="2565"/>
          </p14:sldIdLst>
        </p14:section>
        <p14:section name="Preliminary Insights" id="{C4BCB366-13B3-48C3-BBFC-16A622DD5E5E}">
          <p14:sldIdLst>
            <p14:sldId id="2566"/>
            <p14:sldId id="2567"/>
          </p14:sldIdLst>
        </p14:section>
        <p14:section name="Data Architecture" id="{ABF1E989-23B8-44B8-A5B3-37EA289849F4}">
          <p14:sldIdLst>
            <p14:sldId id="2568"/>
            <p14:sldId id="2569"/>
          </p14:sldIdLst>
        </p14:section>
        <p14:section name="Analytical Framework" id="{4F2207CD-226D-4FE1-B943-8F5CEA29A865}">
          <p14:sldIdLst>
            <p14:sldId id="2570"/>
            <p14:sldId id="2571"/>
          </p14:sldIdLst>
        </p14:section>
        <p14:section name="Execution Strategy" id="{9930D5AA-B486-4C29-9F46-932EF5BD7254}">
          <p14:sldIdLst>
            <p14:sldId id="2572"/>
            <p14:sldId id="2573"/>
          </p14:sldIdLst>
        </p14:section>
        <p14:section name="Outcome Impact" id="{2BF49AE8-421C-4BE8-AA6E-D39AD1741678}">
          <p14:sldIdLst>
            <p14:sldId id="2574"/>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A5B15C-BB85-356F-B4B3-C6A9E049A5BD}" v="84" dt="2026-02-21T15:47:46.390"/>
    <p1510:client id="{A791C5C1-1B8B-462F-9934-9BD6E082F7F5}" v="18" dt="2026-02-21T15:35:33.8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91" autoAdjust="0"/>
    <p:restoredTop sz="94660"/>
  </p:normalViewPr>
  <p:slideViewPr>
    <p:cSldViewPr snapToGrid="0">
      <p:cViewPr>
        <p:scale>
          <a:sx n="100" d="100"/>
          <a:sy n="100" d="100"/>
        </p:scale>
        <p:origin x="-811"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2D92D-4C58-458C-927A-F0BEA3838782}"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3B1E9-4097-46EC-A95C-50DA1D05B817}" type="slidenum">
              <a:rPr lang="en-US" smtClean="0"/>
              <a:t>‹#›</a:t>
            </a:fld>
            <a:endParaRPr lang="en-US"/>
          </a:p>
        </p:txBody>
      </p:sp>
    </p:spTree>
    <p:extLst>
      <p:ext uri="{BB962C8B-B14F-4D97-AF65-F5344CB8AC3E}">
        <p14:creationId xmlns:p14="http://schemas.microsoft.com/office/powerpoint/2010/main" val="71508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F33B1E9-4097-46EC-A95C-50DA1D05B817}" type="slidenum">
              <a:rPr lang="en-US" smtClean="0"/>
              <a:t>1</a:t>
            </a:fld>
            <a:endParaRPr lang="en-US"/>
          </a:p>
        </p:txBody>
      </p:sp>
    </p:spTree>
    <p:extLst>
      <p:ext uri="{BB962C8B-B14F-4D97-AF65-F5344CB8AC3E}">
        <p14:creationId xmlns:p14="http://schemas.microsoft.com/office/powerpoint/2010/main" val="3861011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Problem &amp; Opportunity
</a:t>
            </a:r>
          </a:p>
        </p:txBody>
      </p:sp>
      <p:sp>
        <p:nvSpPr>
          <p:cNvPr id="4" name="Slide Number Placeholder 3"/>
          <p:cNvSpPr>
            <a:spLocks noGrp="1"/>
          </p:cNvSpPr>
          <p:nvPr>
            <p:ph type="sldNum" sz="quarter" idx="5"/>
          </p:nvPr>
        </p:nvSpPr>
        <p:spPr/>
        <p:txBody>
          <a:bodyPr/>
          <a:lstStyle/>
          <a:p>
            <a:fld id="{CF33B1E9-4097-46EC-A95C-50DA1D05B817}" type="slidenum">
              <a:rPr lang="en-US" smtClean="0"/>
              <a:t>2</a:t>
            </a:fld>
            <a:endParaRPr lang="en-US"/>
          </a:p>
        </p:txBody>
      </p:sp>
    </p:spTree>
    <p:extLst>
      <p:ext uri="{BB962C8B-B14F-4D97-AF65-F5344CB8AC3E}">
        <p14:creationId xmlns:p14="http://schemas.microsoft.com/office/powerpoint/2010/main" val="2787881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Nearly one-third of the global population—approximately 2.6 billion people—still lacks access to the internet, a resource that has become fundamental to economic development, social mobility, and human wellbeing. This slide explores the compelling relationship between connectivity and human development, emphasizing research that shows broadband expansion has a measurable positive effect on economic growth and poverty reduction. Furthermore, it introduces the emerging promise of Low Earth Orbit (LEO) satellite constellations such as Starlink, OneWeb, and Kuiper, which aim to deliver high‑speed global broadband coverage at scale. The significance of this opportunity lies in the role data engineering plays in integrating heterogeneous international datasets to quantify where satellite deployment can generate the greatest human impact. This framing sets the stage for the project’s research question: identifying regions where satellite broadband can meaningfully improve health, education, and income outcomes.
</a:t>
            </a:r>
          </a:p>
        </p:txBody>
      </p:sp>
      <p:sp>
        <p:nvSpPr>
          <p:cNvPr id="4" name="Slide Number Placeholder 3"/>
          <p:cNvSpPr>
            <a:spLocks noGrp="1"/>
          </p:cNvSpPr>
          <p:nvPr>
            <p:ph type="sldNum" sz="quarter" idx="5"/>
          </p:nvPr>
        </p:nvSpPr>
        <p:spPr/>
        <p:txBody>
          <a:bodyPr/>
          <a:lstStyle/>
          <a:p>
            <a:fld id="{CF33B1E9-4097-46EC-A95C-50DA1D05B817}" type="slidenum">
              <a:rPr lang="en-US" smtClean="0"/>
              <a:t>3</a:t>
            </a:fld>
            <a:endParaRPr lang="en-US"/>
          </a:p>
        </p:txBody>
      </p:sp>
    </p:spTree>
    <p:extLst>
      <p:ext uri="{BB962C8B-B14F-4D97-AF65-F5344CB8AC3E}">
        <p14:creationId xmlns:p14="http://schemas.microsoft.com/office/powerpoint/2010/main" val="1150496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Personal Context
</a:t>
            </a:r>
          </a:p>
        </p:txBody>
      </p:sp>
      <p:sp>
        <p:nvSpPr>
          <p:cNvPr id="4" name="Slide Number Placeholder 3"/>
          <p:cNvSpPr>
            <a:spLocks noGrp="1"/>
          </p:cNvSpPr>
          <p:nvPr>
            <p:ph type="sldNum" sz="quarter" idx="5"/>
          </p:nvPr>
        </p:nvSpPr>
        <p:spPr/>
        <p:txBody>
          <a:bodyPr/>
          <a:lstStyle/>
          <a:p>
            <a:fld id="{CF33B1E9-4097-46EC-A95C-50DA1D05B817}" type="slidenum">
              <a:rPr lang="en-US" smtClean="0"/>
              <a:t>4</a:t>
            </a:fld>
            <a:endParaRPr lang="en-US"/>
          </a:p>
        </p:txBody>
      </p:sp>
    </p:spTree>
    <p:extLst>
      <p:ext uri="{BB962C8B-B14F-4D97-AF65-F5344CB8AC3E}">
        <p14:creationId xmlns:p14="http://schemas.microsoft.com/office/powerpoint/2010/main" val="3189482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The personal motivation for this project is rooted in the presenter’s real‑world experience as Chief Information Officer at Carnival Corporation, where satellite connectivity directly affected guests, crew members, and remote operations. This context adds a powerful human dimension to the project by illustrating how limited connectivity restricts access to education, emotional wellbeing, financial services, and overall quality of life. Examples include crew unable to contact families for months or guests unable to manage travel logistics. These experiences demonstrated that connectivity gaps have tangible human consequences, particularly in remote regions such as Alaska or developing coastal countries. This narrative underscores why the analysis is not purely academic—rather, it is an exploration of a problem with significant human implications. Understanding this personal context strengthens the rationale for investigating satellite broadband as a tool for bridging global digital divides and improving everyday lives.
</a:t>
            </a:r>
          </a:p>
        </p:txBody>
      </p:sp>
      <p:sp>
        <p:nvSpPr>
          <p:cNvPr id="4" name="Slide Number Placeholder 3"/>
          <p:cNvSpPr>
            <a:spLocks noGrp="1"/>
          </p:cNvSpPr>
          <p:nvPr>
            <p:ph type="sldNum" sz="quarter" idx="5"/>
          </p:nvPr>
        </p:nvSpPr>
        <p:spPr/>
        <p:txBody>
          <a:bodyPr/>
          <a:lstStyle/>
          <a:p>
            <a:fld id="{CF33B1E9-4097-46EC-A95C-50DA1D05B817}" type="slidenum">
              <a:rPr lang="en-US" smtClean="0"/>
              <a:t>5</a:t>
            </a:fld>
            <a:endParaRPr lang="en-US"/>
          </a:p>
        </p:txBody>
      </p:sp>
    </p:spTree>
    <p:extLst>
      <p:ext uri="{BB962C8B-B14F-4D97-AF65-F5344CB8AC3E}">
        <p14:creationId xmlns:p14="http://schemas.microsoft.com/office/powerpoint/2010/main" val="1968264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Preliminary Findings
</a:t>
            </a:r>
          </a:p>
        </p:txBody>
      </p:sp>
      <p:sp>
        <p:nvSpPr>
          <p:cNvPr id="4" name="Slide Number Placeholder 3"/>
          <p:cNvSpPr>
            <a:spLocks noGrp="1"/>
          </p:cNvSpPr>
          <p:nvPr>
            <p:ph type="sldNum" sz="quarter" idx="5"/>
          </p:nvPr>
        </p:nvSpPr>
        <p:spPr/>
        <p:txBody>
          <a:bodyPr/>
          <a:lstStyle/>
          <a:p>
            <a:fld id="{CF33B1E9-4097-46EC-A95C-50DA1D05B817}" type="slidenum">
              <a:rPr lang="en-US" smtClean="0"/>
              <a:t>6</a:t>
            </a:fld>
            <a:endParaRPr lang="en-US"/>
          </a:p>
        </p:txBody>
      </p:sp>
    </p:spTree>
    <p:extLst>
      <p:ext uri="{BB962C8B-B14F-4D97-AF65-F5344CB8AC3E}">
        <p14:creationId xmlns:p14="http://schemas.microsoft.com/office/powerpoint/2010/main" val="3310309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Early exploratory analysis conducted before the full project implementation revealed a strong empirical relationship between internet connectivity levels and human development outcomes. By aligning World Bank connectivity indicators with the Human Development Index (HDI) published by the UNDP, the preliminary study identified 17 countries where fewer than 30% of the population has internet access and HDI scores fall below 0.55. This set of countries represents a high‑impact opportunity zone where expanding broadband could generate the greatest improvement in education, health, and income. Notably, no countries exhibited the combination of high connectivity and low HDI, reinforcing the hypothesis that internet access and development are tightly coupled. This insight demonstrates both feasibility and direction for deeper analysis, suggesting that satellite broadband could be particularly transformative in these underserved nations.
</a:t>
            </a:r>
          </a:p>
        </p:txBody>
      </p:sp>
      <p:sp>
        <p:nvSpPr>
          <p:cNvPr id="4" name="Slide Number Placeholder 3"/>
          <p:cNvSpPr>
            <a:spLocks noGrp="1"/>
          </p:cNvSpPr>
          <p:nvPr>
            <p:ph type="sldNum" sz="quarter" idx="5"/>
          </p:nvPr>
        </p:nvSpPr>
        <p:spPr/>
        <p:txBody>
          <a:bodyPr/>
          <a:lstStyle/>
          <a:p>
            <a:fld id="{CF33B1E9-4097-46EC-A95C-50DA1D05B817}" type="slidenum">
              <a:rPr lang="en-US" smtClean="0"/>
              <a:t>7</a:t>
            </a:fld>
            <a:endParaRPr lang="en-US"/>
          </a:p>
        </p:txBody>
      </p:sp>
    </p:spTree>
    <p:extLst>
      <p:ext uri="{BB962C8B-B14F-4D97-AF65-F5344CB8AC3E}">
        <p14:creationId xmlns:p14="http://schemas.microsoft.com/office/powerpoint/2010/main" val="1628150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Data Sources
</a:t>
            </a:r>
          </a:p>
        </p:txBody>
      </p:sp>
      <p:sp>
        <p:nvSpPr>
          <p:cNvPr id="4" name="Slide Number Placeholder 3"/>
          <p:cNvSpPr>
            <a:spLocks noGrp="1"/>
          </p:cNvSpPr>
          <p:nvPr>
            <p:ph type="sldNum" sz="quarter" idx="5"/>
          </p:nvPr>
        </p:nvSpPr>
        <p:spPr/>
        <p:txBody>
          <a:bodyPr/>
          <a:lstStyle/>
          <a:p>
            <a:fld id="{CF33B1E9-4097-46EC-A95C-50DA1D05B817}" type="slidenum">
              <a:rPr lang="en-US" smtClean="0"/>
              <a:t>8</a:t>
            </a:fld>
            <a:endParaRPr lang="en-US"/>
          </a:p>
        </p:txBody>
      </p:sp>
    </p:spTree>
    <p:extLst>
      <p:ext uri="{BB962C8B-B14F-4D97-AF65-F5344CB8AC3E}">
        <p14:creationId xmlns:p14="http://schemas.microsoft.com/office/powerpoint/2010/main" val="2340244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The project leverages four primary datasets, each contributing unique analytical value. World Bank Development Indicators provide a decade of connectivity and economic metrics across countries. The UNDP Human Development Index adds a composite measure of education, health, and income. CelesTrak supplies real‑time orbital element data that enables geographic coverage modeling for satellite constellations. The Union of Concerned Scientists (UCS) Satellite Database offers details on operator ownership and satellite purpose for understanding competitive and deployment contexts. Together, these sources require careful integration due to differing formats, update frequencies, and naming conventions. Their combined strength supports comprehensive multi‑dimensional analytics, enabling assessment of where connectivity gaps align with development need and satellite reach.
</a:t>
            </a:r>
          </a:p>
        </p:txBody>
      </p:sp>
      <p:sp>
        <p:nvSpPr>
          <p:cNvPr id="4" name="Slide Number Placeholder 3"/>
          <p:cNvSpPr>
            <a:spLocks noGrp="1"/>
          </p:cNvSpPr>
          <p:nvPr>
            <p:ph type="sldNum" sz="quarter" idx="5"/>
          </p:nvPr>
        </p:nvSpPr>
        <p:spPr/>
        <p:txBody>
          <a:bodyPr/>
          <a:lstStyle/>
          <a:p>
            <a:fld id="{CF33B1E9-4097-46EC-A95C-50DA1D05B817}" type="slidenum">
              <a:rPr lang="en-US" smtClean="0"/>
              <a:t>9</a:t>
            </a:fld>
            <a:endParaRPr lang="en-US"/>
          </a:p>
        </p:txBody>
      </p:sp>
    </p:spTree>
    <p:extLst>
      <p:ext uri="{BB962C8B-B14F-4D97-AF65-F5344CB8AC3E}">
        <p14:creationId xmlns:p14="http://schemas.microsoft.com/office/powerpoint/2010/main" val="2781124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Proposed Analytics
</a:t>
            </a:r>
          </a:p>
        </p:txBody>
      </p:sp>
      <p:sp>
        <p:nvSpPr>
          <p:cNvPr id="4" name="Slide Number Placeholder 3"/>
          <p:cNvSpPr>
            <a:spLocks noGrp="1"/>
          </p:cNvSpPr>
          <p:nvPr>
            <p:ph type="sldNum" sz="quarter" idx="5"/>
          </p:nvPr>
        </p:nvSpPr>
        <p:spPr/>
        <p:txBody>
          <a:bodyPr/>
          <a:lstStyle/>
          <a:p>
            <a:fld id="{CF33B1E9-4097-46EC-A95C-50DA1D05B817}" type="slidenum">
              <a:rPr lang="en-US" smtClean="0"/>
              <a:t>10</a:t>
            </a:fld>
            <a:endParaRPr lang="en-US"/>
          </a:p>
        </p:txBody>
      </p:sp>
    </p:spTree>
    <p:extLst>
      <p:ext uri="{BB962C8B-B14F-4D97-AF65-F5344CB8AC3E}">
        <p14:creationId xmlns:p14="http://schemas.microsoft.com/office/powerpoint/2010/main" val="1081783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The proposed analytical workstream includes several complementary components designed to answer where satellite broadband can create the highest impact. Coverage gap analysis overlays LEO satellite orbital constraints with national boundaries to determine whether underserved countries fall within viable coverage bands. Constellation comparisons examine differences between major operators—including Starlink and OneWeb—in terms of satellite count, inclination, and potential geographic reach. Trend analysis uses ten years of World Bank data to determine whether countries are improving connectivity independently or remain stalled. Affordability modeling quantifies economic thresholds at which satellite internet becomes accessible to populations. Finally, a multi‑factor impact scoring model integrates all dimensions—connectivity gaps, HDI need, satellite coverage, and affordability—to rank countries based on potential benefit. This framework ensures the final output is actionable, evidence‑based, and scalable.
</a:t>
            </a:r>
          </a:p>
        </p:txBody>
      </p:sp>
      <p:sp>
        <p:nvSpPr>
          <p:cNvPr id="4" name="Slide Number Placeholder 3"/>
          <p:cNvSpPr>
            <a:spLocks noGrp="1"/>
          </p:cNvSpPr>
          <p:nvPr>
            <p:ph type="sldNum" sz="quarter" idx="5"/>
          </p:nvPr>
        </p:nvSpPr>
        <p:spPr/>
        <p:txBody>
          <a:bodyPr/>
          <a:lstStyle/>
          <a:p>
            <a:fld id="{CF33B1E9-4097-46EC-A95C-50DA1D05B817}" type="slidenum">
              <a:rPr lang="en-US" smtClean="0"/>
              <a:t>11</a:t>
            </a:fld>
            <a:endParaRPr lang="en-US"/>
          </a:p>
        </p:txBody>
      </p:sp>
    </p:spTree>
    <p:extLst>
      <p:ext uri="{BB962C8B-B14F-4D97-AF65-F5344CB8AC3E}">
        <p14:creationId xmlns:p14="http://schemas.microsoft.com/office/powerpoint/2010/main" val="2957177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Challenges &amp; Mitigation
</a:t>
            </a:r>
          </a:p>
        </p:txBody>
      </p:sp>
      <p:sp>
        <p:nvSpPr>
          <p:cNvPr id="4" name="Slide Number Placeholder 3"/>
          <p:cNvSpPr>
            <a:spLocks noGrp="1"/>
          </p:cNvSpPr>
          <p:nvPr>
            <p:ph type="sldNum" sz="quarter" idx="5"/>
          </p:nvPr>
        </p:nvSpPr>
        <p:spPr/>
        <p:txBody>
          <a:bodyPr/>
          <a:lstStyle/>
          <a:p>
            <a:fld id="{CF33B1E9-4097-46EC-A95C-50DA1D05B817}" type="slidenum">
              <a:rPr lang="en-US" smtClean="0"/>
              <a:t>12</a:t>
            </a:fld>
            <a:endParaRPr lang="en-US"/>
          </a:p>
        </p:txBody>
      </p:sp>
    </p:spTree>
    <p:extLst>
      <p:ext uri="{BB962C8B-B14F-4D97-AF65-F5344CB8AC3E}">
        <p14:creationId xmlns:p14="http://schemas.microsoft.com/office/powerpoint/2010/main" val="1176111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Executing this project requires resolving several data engineering challenges. Entity resolution is necessary because country names do not align across datasets, requiring fuzzy matching or standardized crosswalks. Data currency poses another constraint, as satellite data updates at varying frequencies, potentially leading to discrepancies such as mismatches between UCS and CelesTrak satellite counts. Modeling satellite coverage zones involves simplifying orbital mechanics into latitude‑based approximation bands, which must be documented and validated. Temporal alignment is also essential, as World Bank indicators vary in completeness across years, while HDI and satellite data represent snapshots. Risk mitigation includes a tiered scope structure ensuring essential deliverables are completed first, simplifying complex modeling where feasible, and documenting assumptions transparently. This strategy ensures project momentum while maintaining analytical rigor.
</a:t>
            </a:r>
          </a:p>
        </p:txBody>
      </p:sp>
      <p:sp>
        <p:nvSpPr>
          <p:cNvPr id="4" name="Slide Number Placeholder 3"/>
          <p:cNvSpPr>
            <a:spLocks noGrp="1"/>
          </p:cNvSpPr>
          <p:nvPr>
            <p:ph type="sldNum" sz="quarter" idx="5"/>
          </p:nvPr>
        </p:nvSpPr>
        <p:spPr/>
        <p:txBody>
          <a:bodyPr/>
          <a:lstStyle/>
          <a:p>
            <a:fld id="{CF33B1E9-4097-46EC-A95C-50DA1D05B817}" type="slidenum">
              <a:rPr lang="en-US" smtClean="0"/>
              <a:t>13</a:t>
            </a:fld>
            <a:endParaRPr lang="en-US"/>
          </a:p>
        </p:txBody>
      </p:sp>
    </p:spTree>
    <p:extLst>
      <p:ext uri="{BB962C8B-B14F-4D97-AF65-F5344CB8AC3E}">
        <p14:creationId xmlns:p14="http://schemas.microsoft.com/office/powerpoint/2010/main" val="14247236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Expected Deliverables
</a:t>
            </a:r>
          </a:p>
        </p:txBody>
      </p:sp>
      <p:sp>
        <p:nvSpPr>
          <p:cNvPr id="4" name="Slide Number Placeholder 3"/>
          <p:cNvSpPr>
            <a:spLocks noGrp="1"/>
          </p:cNvSpPr>
          <p:nvPr>
            <p:ph type="sldNum" sz="quarter" idx="5"/>
          </p:nvPr>
        </p:nvSpPr>
        <p:spPr/>
        <p:txBody>
          <a:bodyPr/>
          <a:lstStyle/>
          <a:p>
            <a:fld id="{CF33B1E9-4097-46EC-A95C-50DA1D05B817}" type="slidenum">
              <a:rPr lang="en-US" smtClean="0"/>
              <a:t>14</a:t>
            </a:fld>
            <a:endParaRPr lang="en-US"/>
          </a:p>
        </p:txBody>
      </p:sp>
    </p:spTree>
    <p:extLst>
      <p:ext uri="{BB962C8B-B14F-4D97-AF65-F5344CB8AC3E}">
        <p14:creationId xmlns:p14="http://schemas.microsoft.com/office/powerpoint/2010/main" val="603523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https://netorgft13171398-my.sharepoint.com/personal/gregsullivan_ciosoglobal_com/_layouts/15/Doc.aspx?sourcedoc=%7BFE73C346-6C18-4B53-A9D7-15C44C6565D9%7D&amp;file=G%20Sullivan%205035%20Final%20Project%20Proposal.docx&amp;action=default&amp;mobileredirect=true
The final project deliverables are designed to communicate both the analytical rigor and the human significance of the findings. Core outputs include an integrated, validated dataset linking connectivity, human development, and satellite coverage for every country. The impact scoring model will identify where LEO satellite networks could drive the greatest social uplift. Visual components such as interactive Tableau dashboards and geographic animations will help stakeholders explore global patterns and opportunities. Case studies, including high‑latitude examples like Alaska or remote regions visited by cruise vessels, will ground the analysis in real‑world narratives. Technical documentation will ensure reproducibility across ETL pipelines, data quality frameworks, and modeling procedures. Taken together, these deliverables form a persuasive, data‑driven story about how satellite broadband can bridge global inequality gaps.
</a:t>
            </a:r>
          </a:p>
        </p:txBody>
      </p:sp>
      <p:sp>
        <p:nvSpPr>
          <p:cNvPr id="4" name="Slide Number Placeholder 3"/>
          <p:cNvSpPr>
            <a:spLocks noGrp="1"/>
          </p:cNvSpPr>
          <p:nvPr>
            <p:ph type="sldNum" sz="quarter" idx="5"/>
          </p:nvPr>
        </p:nvSpPr>
        <p:spPr/>
        <p:txBody>
          <a:bodyPr/>
          <a:lstStyle/>
          <a:p>
            <a:fld id="{CF33B1E9-4097-46EC-A95C-50DA1D05B817}" type="slidenum">
              <a:rPr lang="en-US" smtClean="0"/>
              <a:t>15</a:t>
            </a:fld>
            <a:endParaRPr lang="en-US"/>
          </a:p>
        </p:txBody>
      </p:sp>
    </p:spTree>
    <p:extLst>
      <p:ext uri="{BB962C8B-B14F-4D97-AF65-F5344CB8AC3E}">
        <p14:creationId xmlns:p14="http://schemas.microsoft.com/office/powerpoint/2010/main" val="972586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50262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28688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grpSp>
        <p:nvGrpSpPr>
          <p:cNvPr id="23" name="Group 22">
            <a:extLst>
              <a:ext uri="{FF2B5EF4-FFF2-40B4-BE49-F238E27FC236}">
                <a16:creationId xmlns:a16="http://schemas.microsoft.com/office/drawing/2014/main" id="{D0960A7C-5D3D-5C8C-4D64-F208A0A59500}"/>
              </a:ext>
            </a:extLst>
          </p:cNvPr>
          <p:cNvGrpSpPr/>
          <p:nvPr/>
        </p:nvGrpSpPr>
        <p:grpSpPr>
          <a:xfrm>
            <a:off x="6206976" y="3638746"/>
            <a:ext cx="5941643" cy="3261287"/>
            <a:chOff x="6523263" y="3858921"/>
            <a:chExt cx="5540513" cy="3041112"/>
          </a:xfrm>
        </p:grpSpPr>
        <p:sp>
          <p:nvSpPr>
            <p:cNvPr id="8" name="Oval 28">
              <a:extLst>
                <a:ext uri="{FF2B5EF4-FFF2-40B4-BE49-F238E27FC236}">
                  <a16:creationId xmlns:a16="http://schemas.microsoft.com/office/drawing/2014/main" id="{24476EB7-B3A7-C376-7E19-17DDD59E27A2}"/>
                </a:ext>
              </a:extLst>
            </p:cNvPr>
            <p:cNvSpPr/>
            <p:nvPr/>
          </p:nvSpPr>
          <p:spPr>
            <a:xfrm rot="2913124">
              <a:off x="10331814" y="5168071"/>
              <a:ext cx="1743712" cy="172021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5400000">
              <a:off x="8635428" y="5107500"/>
              <a:ext cx="1767880" cy="1740899"/>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8418" h="1153680">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32A6C704-74AA-A268-EC09-E9AF422BAA4A}"/>
                </a:ext>
              </a:extLst>
            </p:cNvPr>
            <p:cNvSpPr/>
            <p:nvPr/>
          </p:nvSpPr>
          <p:spPr>
            <a:xfrm rot="10281995">
              <a:off x="9401726" y="3858921"/>
              <a:ext cx="1542396" cy="143878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74E8DC1A-AC70-F364-18AC-8B1808873F3A}"/>
                </a:ext>
              </a:extLst>
            </p:cNvPr>
            <p:cNvSpPr/>
            <p:nvPr/>
          </p:nvSpPr>
          <p:spPr>
            <a:xfrm rot="380068">
              <a:off x="6523263" y="5847961"/>
              <a:ext cx="2074852" cy="98763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Star: 7 Points 2">
              <a:extLst>
                <a:ext uri="{FF2B5EF4-FFF2-40B4-BE49-F238E27FC236}">
                  <a16:creationId xmlns:a16="http://schemas.microsoft.com/office/drawing/2014/main" id="{A06EF12B-6606-5106-0816-D183243EDA91}"/>
                </a:ext>
              </a:extLst>
            </p:cNvPr>
            <p:cNvSpPr/>
            <p:nvPr/>
          </p:nvSpPr>
          <p:spPr>
            <a:xfrm rot="21208862">
              <a:off x="6584033" y="3879526"/>
              <a:ext cx="2132596" cy="202369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837580B-FC1A-5972-AF52-8C880799FC6A}"/>
                </a:ext>
              </a:extLst>
            </p:cNvPr>
            <p:cNvGrpSpPr/>
            <p:nvPr/>
          </p:nvGrpSpPr>
          <p:grpSpPr>
            <a:xfrm flipH="1">
              <a:off x="10919406" y="5908182"/>
              <a:ext cx="604535" cy="324056"/>
              <a:chOff x="5447388" y="3100610"/>
              <a:chExt cx="1500891" cy="804540"/>
            </a:xfrm>
          </p:grpSpPr>
          <p:sp>
            <p:nvSpPr>
              <p:cNvPr id="14" name="Oval 13">
                <a:extLst>
                  <a:ext uri="{FF2B5EF4-FFF2-40B4-BE49-F238E27FC236}">
                    <a16:creationId xmlns:a16="http://schemas.microsoft.com/office/drawing/2014/main" id="{6F0DE113-2459-DCEF-8DFE-52CD9480794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631A13C-79E5-BE04-8ED7-F3072147513A}"/>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50EBF68B-15B7-1639-849A-82250DFFE394}"/>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FE3985F-A3B9-55BE-04C8-7715A0A633E1}"/>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BE18D86-2ACA-9CC0-C76C-3F75D3765E0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74598AD4-0B65-BE9C-01FA-37C04C813984}"/>
                </a:ext>
              </a:extLst>
            </p:cNvPr>
            <p:cNvGrpSpPr/>
            <p:nvPr/>
          </p:nvGrpSpPr>
          <p:grpSpPr>
            <a:xfrm rot="10991591" flipH="1">
              <a:off x="7446963" y="4767894"/>
              <a:ext cx="550250" cy="268884"/>
              <a:chOff x="9017281" y="2376893"/>
              <a:chExt cx="631994" cy="308829"/>
            </a:xfrm>
          </p:grpSpPr>
          <p:sp>
            <p:nvSpPr>
              <p:cNvPr id="20" name="Oval 19">
                <a:extLst>
                  <a:ext uri="{FF2B5EF4-FFF2-40B4-BE49-F238E27FC236}">
                    <a16:creationId xmlns:a16="http://schemas.microsoft.com/office/drawing/2014/main" id="{0A278416-F64F-2340-D38F-8A9ABE73CC5B}"/>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1" name="Freeform: Shape 20">
                <a:extLst>
                  <a:ext uri="{FF2B5EF4-FFF2-40B4-BE49-F238E27FC236}">
                    <a16:creationId xmlns:a16="http://schemas.microsoft.com/office/drawing/2014/main" id="{D2089871-B2BF-1152-C7E8-85A5798A2F23}"/>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sp>
            <p:nvSpPr>
              <p:cNvPr id="22" name="Oval 21">
                <a:extLst>
                  <a:ext uri="{FF2B5EF4-FFF2-40B4-BE49-F238E27FC236}">
                    <a16:creationId xmlns:a16="http://schemas.microsoft.com/office/drawing/2014/main" id="{89DE40A6-A2CF-65A2-D591-9A6E237A0F3C}"/>
                  </a:ext>
                </a:extLst>
              </p:cNvPr>
              <p:cNvSpPr/>
              <p:nvPr/>
            </p:nvSpPr>
            <p:spPr>
              <a:xfrm rot="10707317" flipH="1" flipV="1">
                <a:off x="9398861" y="237860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4" name="Freeform: Shape 23">
                <a:extLst>
                  <a:ext uri="{FF2B5EF4-FFF2-40B4-BE49-F238E27FC236}">
                    <a16:creationId xmlns:a16="http://schemas.microsoft.com/office/drawing/2014/main" id="{D338248F-C8BB-437F-9491-3B2EF87B95B4}"/>
                  </a:ext>
                </a:extLst>
              </p:cNvPr>
              <p:cNvSpPr/>
              <p:nvPr/>
            </p:nvSpPr>
            <p:spPr>
              <a:xfrm rot="10707317" flipH="1" flipV="1">
                <a:off x="9489282" y="237689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grpSp>
        <p:grpSp>
          <p:nvGrpSpPr>
            <p:cNvPr id="25" name="Group 24">
              <a:extLst>
                <a:ext uri="{FF2B5EF4-FFF2-40B4-BE49-F238E27FC236}">
                  <a16:creationId xmlns:a16="http://schemas.microsoft.com/office/drawing/2014/main" id="{BF128D92-9A83-8732-7800-F57B3A732AB4}"/>
                </a:ext>
              </a:extLst>
            </p:cNvPr>
            <p:cNvGrpSpPr/>
            <p:nvPr/>
          </p:nvGrpSpPr>
          <p:grpSpPr>
            <a:xfrm>
              <a:off x="7388285" y="6212319"/>
              <a:ext cx="535056" cy="343488"/>
              <a:chOff x="8663598" y="4719110"/>
              <a:chExt cx="614543" cy="394516"/>
            </a:xfrm>
          </p:grpSpPr>
          <p:sp>
            <p:nvSpPr>
              <p:cNvPr id="26" name="Freeform: Shape 25">
                <a:extLst>
                  <a:ext uri="{FF2B5EF4-FFF2-40B4-BE49-F238E27FC236}">
                    <a16:creationId xmlns:a16="http://schemas.microsoft.com/office/drawing/2014/main" id="{51299000-6F06-41E3-29A8-94B668C6081F}"/>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077D5DB-6093-C72C-E6A0-B0935723000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2292BF1-1D19-2BDF-0F97-CE3A79127684}"/>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1D549-ABD4-A983-4694-7749A27AB3A9}"/>
                </a:ext>
              </a:extLst>
            </p:cNvPr>
            <p:cNvGrpSpPr/>
            <p:nvPr/>
          </p:nvGrpSpPr>
          <p:grpSpPr>
            <a:xfrm rot="624441">
              <a:off x="9987214" y="4407215"/>
              <a:ext cx="409734" cy="334036"/>
              <a:chOff x="7443521" y="1453584"/>
              <a:chExt cx="575806" cy="469427"/>
            </a:xfrm>
          </p:grpSpPr>
          <p:grpSp>
            <p:nvGrpSpPr>
              <p:cNvPr id="30" name="Group 29">
                <a:extLst>
                  <a:ext uri="{FF2B5EF4-FFF2-40B4-BE49-F238E27FC236}">
                    <a16:creationId xmlns:a16="http://schemas.microsoft.com/office/drawing/2014/main" id="{17F266A8-A24E-B97B-02EB-57EA5FE9C2F2}"/>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5A648199-0EE4-CB7E-6ED6-4362CB88A3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95A0B3-94D4-2238-D0B9-3C172F4AA6F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40686821-2342-9983-0B7F-1F4D2E89D5F4}"/>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 name="Title 34">
            <a:extLst>
              <a:ext uri="{FF2B5EF4-FFF2-40B4-BE49-F238E27FC236}">
                <a16:creationId xmlns:a16="http://schemas.microsoft.com/office/drawing/2014/main" id="{047E66E2-309B-4271-311B-E4DFD1F2876A}"/>
              </a:ext>
            </a:extLst>
          </p:cNvPr>
          <p:cNvSpPr>
            <a:spLocks noGrp="1"/>
          </p:cNvSpPr>
          <p:nvPr>
            <p:ph type="title"/>
          </p:nvPr>
        </p:nvSpPr>
        <p:spPr>
          <a:xfrm>
            <a:off x="699660" y="1083226"/>
            <a:ext cx="5396340" cy="2877465"/>
          </a:xfrm>
        </p:spPr>
        <p:txBody>
          <a:bodyPr anchor="t"/>
          <a:lstStyle>
            <a:lvl1pPr>
              <a:defRPr sz="7200"/>
            </a:lvl1pPr>
          </a:lstStyle>
          <a:p>
            <a:r>
              <a:rPr lang="en-US" dirty="0"/>
              <a:t>Click to edit Master title style</a:t>
            </a:r>
          </a:p>
        </p:txBody>
      </p:sp>
      <p:sp>
        <p:nvSpPr>
          <p:cNvPr id="37" name="Subtitle 2">
            <a:extLst>
              <a:ext uri="{FF2B5EF4-FFF2-40B4-BE49-F238E27FC236}">
                <a16:creationId xmlns:a16="http://schemas.microsoft.com/office/drawing/2014/main" id="{7451E102-60B4-6C20-7EE0-642FB2B2B1E1}"/>
              </a:ext>
            </a:extLst>
          </p:cNvPr>
          <p:cNvSpPr>
            <a:spLocks noGrp="1"/>
          </p:cNvSpPr>
          <p:nvPr>
            <p:ph type="subTitle" idx="1"/>
          </p:nvPr>
        </p:nvSpPr>
        <p:spPr>
          <a:xfrm>
            <a:off x="699659" y="4721088"/>
            <a:ext cx="429972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5661337" y="6356350"/>
            <a:ext cx="547255"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552965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4" name="Freeform: Shape 33">
            <a:extLst>
              <a:ext uri="{FF2B5EF4-FFF2-40B4-BE49-F238E27FC236}">
                <a16:creationId xmlns:a16="http://schemas.microsoft.com/office/drawing/2014/main" id="{06181740-C15F-36A2-C76A-E150F1A4BCC9}"/>
              </a:ext>
            </a:extLst>
          </p:cNvPr>
          <p:cNvSpPr/>
          <p:nvPr/>
        </p:nvSpPr>
        <p:spPr>
          <a:xfrm rot="975782" flipV="1">
            <a:off x="7803140" y="4302438"/>
            <a:ext cx="2632658" cy="208562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81940 w 4594182"/>
              <a:gd name="connsiteY0" fmla="*/ 0 h 3609677"/>
              <a:gd name="connsiteX1" fmla="*/ 4594182 w 4594182"/>
              <a:gd name="connsiteY1" fmla="*/ 278024 h 3609677"/>
              <a:gd name="connsiteX2" fmla="*/ 4068080 w 4594182"/>
              <a:gd name="connsiteY2" fmla="*/ 2303347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09677"/>
              <a:gd name="connsiteX1" fmla="*/ 4594182 w 4594182"/>
              <a:gd name="connsiteY1" fmla="*/ 278024 h 3609677"/>
              <a:gd name="connsiteX2" fmla="*/ 4167559 w 4594182"/>
              <a:gd name="connsiteY2" fmla="*/ 2547571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11621"/>
              <a:gd name="connsiteX1" fmla="*/ 4594182 w 4594182"/>
              <a:gd name="connsiteY1" fmla="*/ 278024 h 3611621"/>
              <a:gd name="connsiteX2" fmla="*/ 4167559 w 4594182"/>
              <a:gd name="connsiteY2" fmla="*/ 2547571 h 3611621"/>
              <a:gd name="connsiteX3" fmla="*/ 3176527 w 4594182"/>
              <a:gd name="connsiteY3" fmla="*/ 3474260 h 3611621"/>
              <a:gd name="connsiteX4" fmla="*/ 1908870 w 4594182"/>
              <a:gd name="connsiteY4" fmla="*/ 3556118 h 3611621"/>
              <a:gd name="connsiteX5" fmla="*/ 490012 w 4594182"/>
              <a:gd name="connsiteY5" fmla="*/ 3184180 h 3611621"/>
              <a:gd name="connsiteX6" fmla="*/ 15197 w 4594182"/>
              <a:gd name="connsiteY6" fmla="*/ 1426435 h 3611621"/>
              <a:gd name="connsiteX7" fmla="*/ 181940 w 4594182"/>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24879 w 4752808"/>
              <a:gd name="connsiteY0" fmla="*/ 0 h 3626141"/>
              <a:gd name="connsiteX1" fmla="*/ 4752808 w 4752808"/>
              <a:gd name="connsiteY1" fmla="*/ 280569 h 3626141"/>
              <a:gd name="connsiteX2" fmla="*/ 4199213 w 4752808"/>
              <a:gd name="connsiteY2" fmla="*/ 2562091 h 3626141"/>
              <a:gd name="connsiteX3" fmla="*/ 3208181 w 4752808"/>
              <a:gd name="connsiteY3" fmla="*/ 3488780 h 3626141"/>
              <a:gd name="connsiteX4" fmla="*/ 1940524 w 4752808"/>
              <a:gd name="connsiteY4" fmla="*/ 3570638 h 3626141"/>
              <a:gd name="connsiteX5" fmla="*/ 521666 w 4752808"/>
              <a:gd name="connsiteY5" fmla="*/ 3198700 h 3626141"/>
              <a:gd name="connsiteX6" fmla="*/ 46851 w 4752808"/>
              <a:gd name="connsiteY6" fmla="*/ 1440955 h 3626141"/>
              <a:gd name="connsiteX7" fmla="*/ 124879 w 4752808"/>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86824 w 4714753"/>
              <a:gd name="connsiteY0" fmla="*/ 0 h 3626141"/>
              <a:gd name="connsiteX1" fmla="*/ 4714753 w 4714753"/>
              <a:gd name="connsiteY1" fmla="*/ 280569 h 3626141"/>
              <a:gd name="connsiteX2" fmla="*/ 4161158 w 4714753"/>
              <a:gd name="connsiteY2" fmla="*/ 2562091 h 3626141"/>
              <a:gd name="connsiteX3" fmla="*/ 3170126 w 4714753"/>
              <a:gd name="connsiteY3" fmla="*/ 3488780 h 3626141"/>
              <a:gd name="connsiteX4" fmla="*/ 1902469 w 4714753"/>
              <a:gd name="connsiteY4" fmla="*/ 3570638 h 3626141"/>
              <a:gd name="connsiteX5" fmla="*/ 483611 w 4714753"/>
              <a:gd name="connsiteY5" fmla="*/ 3198700 h 3626141"/>
              <a:gd name="connsiteX6" fmla="*/ 8796 w 4714753"/>
              <a:gd name="connsiteY6" fmla="*/ 1440955 h 3626141"/>
              <a:gd name="connsiteX7" fmla="*/ 86824 w 4714753"/>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662 h 3626803"/>
              <a:gd name="connsiteX1" fmla="*/ 4705957 w 4705957"/>
              <a:gd name="connsiteY1" fmla="*/ 281231 h 3626803"/>
              <a:gd name="connsiteX2" fmla="*/ 4152362 w 4705957"/>
              <a:gd name="connsiteY2" fmla="*/ 2562753 h 3626803"/>
              <a:gd name="connsiteX3" fmla="*/ 3161330 w 4705957"/>
              <a:gd name="connsiteY3" fmla="*/ 3489442 h 3626803"/>
              <a:gd name="connsiteX4" fmla="*/ 1893673 w 4705957"/>
              <a:gd name="connsiteY4" fmla="*/ 3571300 h 3626803"/>
              <a:gd name="connsiteX5" fmla="*/ 474815 w 4705957"/>
              <a:gd name="connsiteY5" fmla="*/ 3199362 h 3626803"/>
              <a:gd name="connsiteX6" fmla="*/ 0 w 4705957"/>
              <a:gd name="connsiteY6" fmla="*/ 1441617 h 3626803"/>
              <a:gd name="connsiteX7" fmla="*/ 78028 w 4705957"/>
              <a:gd name="connsiteY7" fmla="*/ 662 h 3626803"/>
              <a:gd name="connsiteX0" fmla="*/ 55573 w 4705957"/>
              <a:gd name="connsiteY0" fmla="*/ 668 h 3625981"/>
              <a:gd name="connsiteX1" fmla="*/ 4705957 w 4705957"/>
              <a:gd name="connsiteY1" fmla="*/ 280409 h 3625981"/>
              <a:gd name="connsiteX2" fmla="*/ 4152362 w 4705957"/>
              <a:gd name="connsiteY2" fmla="*/ 2561931 h 3625981"/>
              <a:gd name="connsiteX3" fmla="*/ 3161330 w 4705957"/>
              <a:gd name="connsiteY3" fmla="*/ 3488620 h 3625981"/>
              <a:gd name="connsiteX4" fmla="*/ 1893673 w 4705957"/>
              <a:gd name="connsiteY4" fmla="*/ 3570478 h 3625981"/>
              <a:gd name="connsiteX5" fmla="*/ 474815 w 4705957"/>
              <a:gd name="connsiteY5" fmla="*/ 3198540 h 3625981"/>
              <a:gd name="connsiteX6" fmla="*/ 0 w 4705957"/>
              <a:gd name="connsiteY6" fmla="*/ 1440795 h 3625981"/>
              <a:gd name="connsiteX7" fmla="*/ 55573 w 4705957"/>
              <a:gd name="connsiteY7" fmla="*/ 668 h 3625981"/>
              <a:gd name="connsiteX0" fmla="*/ 55573 w 4705957"/>
              <a:gd name="connsiteY0" fmla="*/ 666 h 3625979"/>
              <a:gd name="connsiteX1" fmla="*/ 4705957 w 4705957"/>
              <a:gd name="connsiteY1" fmla="*/ 280407 h 3625979"/>
              <a:gd name="connsiteX2" fmla="*/ 4152362 w 4705957"/>
              <a:gd name="connsiteY2" fmla="*/ 2561929 h 3625979"/>
              <a:gd name="connsiteX3" fmla="*/ 3161330 w 4705957"/>
              <a:gd name="connsiteY3" fmla="*/ 3488618 h 3625979"/>
              <a:gd name="connsiteX4" fmla="*/ 1893673 w 4705957"/>
              <a:gd name="connsiteY4" fmla="*/ 3570476 h 3625979"/>
              <a:gd name="connsiteX5" fmla="*/ 474815 w 4705957"/>
              <a:gd name="connsiteY5" fmla="*/ 3198538 h 3625979"/>
              <a:gd name="connsiteX6" fmla="*/ 0 w 4705957"/>
              <a:gd name="connsiteY6" fmla="*/ 1440793 h 3625979"/>
              <a:gd name="connsiteX7" fmla="*/ 55573 w 4705957"/>
              <a:gd name="connsiteY7" fmla="*/ 666 h 362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5957" h="3625979">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6805257">
            <a:off x="5405552" y="4933006"/>
            <a:ext cx="2491987" cy="248977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76356"/>
              <a:gd name="connsiteY0" fmla="*/ 1149404 h 1150420"/>
              <a:gd name="connsiteX1" fmla="*/ 474495 w 1176356"/>
              <a:gd name="connsiteY1" fmla="*/ 51611 h 1150420"/>
              <a:gd name="connsiteX2" fmla="*/ 581205 w 1176356"/>
              <a:gd name="connsiteY2" fmla="*/ 73013 h 1150420"/>
              <a:gd name="connsiteX3" fmla="*/ 1123932 w 1176356"/>
              <a:gd name="connsiteY3" fmla="*/ 1016944 h 1150420"/>
              <a:gd name="connsiteX4" fmla="*/ 1170951 w 1176356"/>
              <a:gd name="connsiteY4" fmla="*/ 1143496 h 1150420"/>
              <a:gd name="connsiteX5" fmla="*/ 0 w 1176356"/>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70456 h 1171472"/>
              <a:gd name="connsiteX1" fmla="*/ 474495 w 1179217"/>
              <a:gd name="connsiteY1" fmla="*/ 72663 h 1171472"/>
              <a:gd name="connsiteX2" fmla="*/ 565172 w 1179217"/>
              <a:gd name="connsiteY2" fmla="*/ 63114 h 1171472"/>
              <a:gd name="connsiteX3" fmla="*/ 1123932 w 1179217"/>
              <a:gd name="connsiteY3" fmla="*/ 1037996 h 1171472"/>
              <a:gd name="connsiteX4" fmla="*/ 1170951 w 1179217"/>
              <a:gd name="connsiteY4" fmla="*/ 1164548 h 1171472"/>
              <a:gd name="connsiteX5" fmla="*/ 0 w 1179217"/>
              <a:gd name="connsiteY5" fmla="*/ 1170456 h 1171472"/>
              <a:gd name="connsiteX0" fmla="*/ 0 w 1179217"/>
              <a:gd name="connsiteY0" fmla="*/ 1174575 h 1175591"/>
              <a:gd name="connsiteX1" fmla="*/ 474495 w 1179217"/>
              <a:gd name="connsiteY1" fmla="*/ 76782 h 1175591"/>
              <a:gd name="connsiteX2" fmla="*/ 565172 w 1179217"/>
              <a:gd name="connsiteY2" fmla="*/ 67233 h 1175591"/>
              <a:gd name="connsiteX3" fmla="*/ 1123932 w 1179217"/>
              <a:gd name="connsiteY3" fmla="*/ 1042115 h 1175591"/>
              <a:gd name="connsiteX4" fmla="*/ 1170951 w 1179217"/>
              <a:gd name="connsiteY4" fmla="*/ 1168667 h 1175591"/>
              <a:gd name="connsiteX5" fmla="*/ 0 w 1179217"/>
              <a:gd name="connsiteY5" fmla="*/ 1174575 h 1175591"/>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5 w 1179222"/>
              <a:gd name="connsiteY0" fmla="*/ 1152940 h 1161152"/>
              <a:gd name="connsiteX1" fmla="*/ 474500 w 1179222"/>
              <a:gd name="connsiteY1" fmla="*/ 55147 h 1161152"/>
              <a:gd name="connsiteX2" fmla="*/ 565177 w 1179222"/>
              <a:gd name="connsiteY2" fmla="*/ 45598 h 1161152"/>
              <a:gd name="connsiteX3" fmla="*/ 1123937 w 1179222"/>
              <a:gd name="connsiteY3" fmla="*/ 1020480 h 1161152"/>
              <a:gd name="connsiteX4" fmla="*/ 1170956 w 1179222"/>
              <a:gd name="connsiteY4" fmla="*/ 1147032 h 1161152"/>
              <a:gd name="connsiteX5" fmla="*/ 5 w 1179222"/>
              <a:gd name="connsiteY5" fmla="*/ 1152940 h 1161152"/>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46061 h 1154273"/>
              <a:gd name="connsiteX1" fmla="*/ 474500 w 1179222"/>
              <a:gd name="connsiteY1" fmla="*/ 48268 h 1154273"/>
              <a:gd name="connsiteX2" fmla="*/ 512345 w 1179222"/>
              <a:gd name="connsiteY2" fmla="*/ 81 h 1154273"/>
              <a:gd name="connsiteX3" fmla="*/ 565177 w 1179222"/>
              <a:gd name="connsiteY3" fmla="*/ 38719 h 1154273"/>
              <a:gd name="connsiteX4" fmla="*/ 1123937 w 1179222"/>
              <a:gd name="connsiteY4" fmla="*/ 1013601 h 1154273"/>
              <a:gd name="connsiteX5" fmla="*/ 1170956 w 1179222"/>
              <a:gd name="connsiteY5" fmla="*/ 1140153 h 1154273"/>
              <a:gd name="connsiteX6" fmla="*/ 5 w 1179222"/>
              <a:gd name="connsiteY6" fmla="*/ 1146061 h 1154273"/>
              <a:gd name="connsiteX0" fmla="*/ 5 w 1179222"/>
              <a:gd name="connsiteY0" fmla="*/ 1202985 h 1211197"/>
              <a:gd name="connsiteX1" fmla="*/ 474500 w 1179222"/>
              <a:gd name="connsiteY1" fmla="*/ 105192 h 1211197"/>
              <a:gd name="connsiteX2" fmla="*/ 512147 w 1179222"/>
              <a:gd name="connsiteY2" fmla="*/ 37561 h 1211197"/>
              <a:gd name="connsiteX3" fmla="*/ 565177 w 1179222"/>
              <a:gd name="connsiteY3" fmla="*/ 95643 h 1211197"/>
              <a:gd name="connsiteX4" fmla="*/ 1123937 w 1179222"/>
              <a:gd name="connsiteY4" fmla="*/ 1070525 h 1211197"/>
              <a:gd name="connsiteX5" fmla="*/ 1170956 w 1179222"/>
              <a:gd name="connsiteY5" fmla="*/ 1197077 h 1211197"/>
              <a:gd name="connsiteX6" fmla="*/ 5 w 1179222"/>
              <a:gd name="connsiteY6" fmla="*/ 1202985 h 1211197"/>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17 w 1179234"/>
              <a:gd name="connsiteY0" fmla="*/ 1165967 h 1181355"/>
              <a:gd name="connsiteX1" fmla="*/ 474512 w 1179234"/>
              <a:gd name="connsiteY1" fmla="*/ 68174 h 1181355"/>
              <a:gd name="connsiteX2" fmla="*/ 512159 w 1179234"/>
              <a:gd name="connsiteY2" fmla="*/ 543 h 1181355"/>
              <a:gd name="connsiteX3" fmla="*/ 565189 w 1179234"/>
              <a:gd name="connsiteY3" fmla="*/ 58625 h 1181355"/>
              <a:gd name="connsiteX4" fmla="*/ 1123949 w 1179234"/>
              <a:gd name="connsiteY4" fmla="*/ 1033507 h 1181355"/>
              <a:gd name="connsiteX5" fmla="*/ 1170968 w 1179234"/>
              <a:gd name="connsiteY5" fmla="*/ 1160059 h 1181355"/>
              <a:gd name="connsiteX6" fmla="*/ 17 w 1179234"/>
              <a:gd name="connsiteY6" fmla="*/ 1165967 h 1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234" h="1181355">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6BDCCD7B-1AA1-9926-7327-DF59B2CF66E3}"/>
              </a:ext>
            </a:extLst>
          </p:cNvPr>
          <p:cNvSpPr/>
          <p:nvPr/>
        </p:nvSpPr>
        <p:spPr>
          <a:xfrm rot="13174781">
            <a:off x="9960866" y="3904502"/>
            <a:ext cx="2607437" cy="2846432"/>
          </a:xfrm>
          <a:custGeom>
            <a:avLst/>
            <a:gdLst>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228517 w 2607437"/>
              <a:gd name="connsiteY13" fmla="*/ 142418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07437" h="2846432">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itle 11">
            <a:extLst>
              <a:ext uri="{FF2B5EF4-FFF2-40B4-BE49-F238E27FC236}">
                <a16:creationId xmlns:a16="http://schemas.microsoft.com/office/drawing/2014/main" id="{5F89FA1D-9919-9AF3-06C3-17B8A5D5A6ED}"/>
              </a:ext>
            </a:extLst>
          </p:cNvPr>
          <p:cNvSpPr>
            <a:spLocks noGrp="1"/>
          </p:cNvSpPr>
          <p:nvPr>
            <p:ph type="title"/>
          </p:nvPr>
        </p:nvSpPr>
        <p:spPr>
          <a:xfrm>
            <a:off x="699660" y="1083226"/>
            <a:ext cx="5185661" cy="2877465"/>
          </a:xfrm>
        </p:spPr>
        <p:txBody>
          <a:bodyPr anchor="t"/>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50B96C61-0A57-826F-BD29-338308CE78A8}"/>
              </a:ext>
            </a:extLst>
          </p:cNvPr>
          <p:cNvSpPr>
            <a:spLocks noGrp="1"/>
          </p:cNvSpPr>
          <p:nvPr>
            <p:ph type="subTitle" idx="1"/>
          </p:nvPr>
        </p:nvSpPr>
        <p:spPr>
          <a:xfrm>
            <a:off x="699659" y="4721088"/>
            <a:ext cx="431430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36" name="Group 35">
            <a:extLst>
              <a:ext uri="{FF2B5EF4-FFF2-40B4-BE49-F238E27FC236}">
                <a16:creationId xmlns:a16="http://schemas.microsoft.com/office/drawing/2014/main" id="{5EAF9E45-4937-3C64-DBBE-4343228C40AA}"/>
              </a:ext>
            </a:extLst>
          </p:cNvPr>
          <p:cNvGrpSpPr/>
          <p:nvPr/>
        </p:nvGrpSpPr>
        <p:grpSpPr>
          <a:xfrm flipH="1">
            <a:off x="8237290" y="4982118"/>
            <a:ext cx="898791" cy="481789"/>
            <a:chOff x="5447388" y="3100610"/>
            <a:chExt cx="1500891" cy="804540"/>
          </a:xfrm>
        </p:grpSpPr>
        <p:sp>
          <p:nvSpPr>
            <p:cNvPr id="37" name="Oval 36">
              <a:extLst>
                <a:ext uri="{FF2B5EF4-FFF2-40B4-BE49-F238E27FC236}">
                  <a16:creationId xmlns:a16="http://schemas.microsoft.com/office/drawing/2014/main" id="{89375AB3-D78B-1E03-2194-C1CCB6812104}"/>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C011D900-F22B-B59C-8F2E-F8D3950513E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657CA362-37FA-3401-2397-DD7709603566}"/>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28FEA7D-ED9C-3C07-353D-8B2DDED0806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F011A244-56FB-95A0-A98D-F66AF6E0C29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E9284E40-6452-7E81-AB2A-60EE0453740F}"/>
              </a:ext>
            </a:extLst>
          </p:cNvPr>
          <p:cNvGrpSpPr/>
          <p:nvPr/>
        </p:nvGrpSpPr>
        <p:grpSpPr>
          <a:xfrm rot="20796810" flipH="1">
            <a:off x="5944178" y="5787705"/>
            <a:ext cx="704635" cy="488753"/>
            <a:chOff x="9839339" y="677159"/>
            <a:chExt cx="751991" cy="521600"/>
          </a:xfrm>
        </p:grpSpPr>
        <p:sp>
          <p:nvSpPr>
            <p:cNvPr id="11" name="Freeform: Shape 10">
              <a:extLst>
                <a:ext uri="{FF2B5EF4-FFF2-40B4-BE49-F238E27FC236}">
                  <a16:creationId xmlns:a16="http://schemas.microsoft.com/office/drawing/2014/main" id="{3E7E4D24-DFBF-1C47-5A17-6139849EF7A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C992155-AC7D-B636-A4E3-1DC3E728D2ED}"/>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CEE8E29-1CAB-5570-A715-39109B68A94D}"/>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3095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504AA646-88AD-4803-5E2E-52C8BD993F36}"/>
              </a:ext>
            </a:extLst>
          </p:cNvPr>
          <p:cNvSpPr>
            <a:spLocks noGrp="1"/>
          </p:cNvSpPr>
          <p:nvPr>
            <p:ph type="title"/>
          </p:nvPr>
        </p:nvSpPr>
        <p:spPr>
          <a:xfrm>
            <a:off x="699660" y="1790060"/>
            <a:ext cx="6308041" cy="3277880"/>
          </a:xfrm>
        </p:spPr>
        <p:txBody>
          <a:bodyPr/>
          <a:lstStyle>
            <a:lvl1pPr>
              <a:defRPr sz="7200"/>
            </a:lvl1pPr>
          </a:lstStyle>
          <a:p>
            <a:r>
              <a:rPr lang="en-US"/>
              <a:t>Click to edit Master title style</a:t>
            </a:r>
          </a:p>
        </p:txBody>
      </p:sp>
      <p:sp>
        <p:nvSpPr>
          <p:cNvPr id="16" name="Subtitle 2">
            <a:extLst>
              <a:ext uri="{FF2B5EF4-FFF2-40B4-BE49-F238E27FC236}">
                <a16:creationId xmlns:a16="http://schemas.microsoft.com/office/drawing/2014/main" id="{D2AEC607-3DA9-BC59-D414-70860644FC47}"/>
              </a:ext>
            </a:extLst>
          </p:cNvPr>
          <p:cNvSpPr>
            <a:spLocks noGrp="1"/>
          </p:cNvSpPr>
          <p:nvPr>
            <p:ph type="subTitle" idx="1"/>
          </p:nvPr>
        </p:nvSpPr>
        <p:spPr>
          <a:xfrm>
            <a:off x="699659" y="5067940"/>
            <a:ext cx="4483511" cy="1078027"/>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699660" y="256032"/>
            <a:ext cx="3172685"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56350"/>
            <a:ext cx="2880610" cy="365125"/>
          </a:xfrm>
        </p:spPr>
        <p:txBody>
          <a:bodyPr/>
          <a:lstStyle>
            <a:lvl1pPr algn="l">
              <a:defRPr>
                <a:solidFill>
                  <a:schemeClr val="tx2"/>
                </a:solidFill>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11454245" y="6356350"/>
            <a:ext cx="547255" cy="365125"/>
          </a:xfrm>
        </p:spPr>
        <p:txBody>
          <a:bodyPr/>
          <a:lstStyle>
            <a:lvl1pPr>
              <a:defRPr>
                <a:solidFill>
                  <a:schemeClr val="tx2"/>
                </a:solidFill>
              </a:defRPr>
            </a:lvl1pPr>
          </a:lstStyle>
          <a:p>
            <a:fld id="{7CF79DB2-B0CF-4CB1-AE78-9ED1037C015C}" type="slidenum">
              <a:rPr lang="en-US" smtClean="0"/>
              <a:pPr/>
              <a:t>‹#›</a:t>
            </a:fld>
            <a:endParaRPr lang="en-US"/>
          </a:p>
        </p:txBody>
      </p:sp>
      <p:sp>
        <p:nvSpPr>
          <p:cNvPr id="7" name="Oval 28">
            <a:extLst>
              <a:ext uri="{FF2B5EF4-FFF2-40B4-BE49-F238E27FC236}">
                <a16:creationId xmlns:a16="http://schemas.microsoft.com/office/drawing/2014/main" id="{868B7AF0-A7AA-0BBE-D6E3-CE03625582C5}"/>
              </a:ext>
            </a:extLst>
          </p:cNvPr>
          <p:cNvSpPr/>
          <p:nvPr/>
        </p:nvSpPr>
        <p:spPr>
          <a:xfrm rot="2599426">
            <a:off x="9363569" y="1876067"/>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88900B3-1E3B-1B62-AA05-25A3376866ED}"/>
              </a:ext>
            </a:extLst>
          </p:cNvPr>
          <p:cNvGrpSpPr/>
          <p:nvPr/>
        </p:nvGrpSpPr>
        <p:grpSpPr>
          <a:xfrm rot="11355259">
            <a:off x="8850308" y="358242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78B9A385-74F6-5989-FC8A-DAEF31B5AA3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D9D6DF9-30B8-31BE-1C77-B0BE9EBB5A03}"/>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Freeform: Shape 10">
            <a:extLst>
              <a:ext uri="{FF2B5EF4-FFF2-40B4-BE49-F238E27FC236}">
                <a16:creationId xmlns:a16="http://schemas.microsoft.com/office/drawing/2014/main" id="{34B99ACD-54A2-3D47-95FE-F1AA348784AB}"/>
              </a:ext>
            </a:extLst>
          </p:cNvPr>
          <p:cNvSpPr/>
          <p:nvPr/>
        </p:nvSpPr>
        <p:spPr>
          <a:xfrm rot="10580307">
            <a:off x="8703723" y="5657235"/>
            <a:ext cx="2324888" cy="116370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74718"/>
              <a:gd name="connsiteX1" fmla="*/ 116789 w 2876897"/>
              <a:gd name="connsiteY1" fmla="*/ 590029 h 1574718"/>
              <a:gd name="connsiteX2" fmla="*/ 0 w 2876897"/>
              <a:gd name="connsiteY2" fmla="*/ 83689 h 1574718"/>
              <a:gd name="connsiteX3" fmla="*/ 574390 w 2876897"/>
              <a:gd name="connsiteY3" fmla="*/ 0 h 1574718"/>
              <a:gd name="connsiteX4" fmla="*/ 592822 w 2876897"/>
              <a:gd name="connsiteY4" fmla="*/ 142333 h 1574718"/>
              <a:gd name="connsiteX5" fmla="*/ 1077920 w 2876897"/>
              <a:gd name="connsiteY5" fmla="*/ 764841 h 1574718"/>
              <a:gd name="connsiteX6" fmla="*/ 1791731 w 2876897"/>
              <a:gd name="connsiteY6" fmla="*/ 767945 h 1574718"/>
              <a:gd name="connsiteX7" fmla="*/ 2126592 w 2876897"/>
              <a:gd name="connsiteY7" fmla="*/ 478752 h 1574718"/>
              <a:gd name="connsiteX8" fmla="*/ 2208519 w 2876897"/>
              <a:gd name="connsiteY8" fmla="*/ 9545 h 1574718"/>
              <a:gd name="connsiteX9" fmla="*/ 2876897 w 2876897"/>
              <a:gd name="connsiteY9" fmla="*/ 39276 h 1574718"/>
              <a:gd name="connsiteX10" fmla="*/ 2084403 w 2876897"/>
              <a:gd name="connsiteY10" fmla="*/ 1412939 h 1574718"/>
              <a:gd name="connsiteX11" fmla="*/ 698505 w 2876897"/>
              <a:gd name="connsiteY11" fmla="*/ 1390335 h 1574718"/>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70872">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6CAD07E7-1971-8A2D-AD23-08B6173C27EB}"/>
              </a:ext>
            </a:extLst>
          </p:cNvPr>
          <p:cNvGrpSpPr/>
          <p:nvPr/>
        </p:nvGrpSpPr>
        <p:grpSpPr>
          <a:xfrm flipH="1">
            <a:off x="9544338" y="4891989"/>
            <a:ext cx="682710" cy="365961"/>
            <a:chOff x="5447388" y="3100610"/>
            <a:chExt cx="1500891" cy="804540"/>
          </a:xfrm>
        </p:grpSpPr>
        <p:sp>
          <p:nvSpPr>
            <p:cNvPr id="25" name="Oval 24">
              <a:extLst>
                <a:ext uri="{FF2B5EF4-FFF2-40B4-BE49-F238E27FC236}">
                  <a16:creationId xmlns:a16="http://schemas.microsoft.com/office/drawing/2014/main" id="{C0234326-0CED-CB5C-11CA-B9F9ABD025C4}"/>
                </a:ext>
              </a:extLst>
            </p:cNvPr>
            <p:cNvSpPr/>
            <p:nvPr/>
          </p:nvSpPr>
          <p:spPr>
            <a:xfrm>
              <a:off x="5447388" y="3266522"/>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EEBEA76-4964-F79F-3F50-ADF0CE441925}"/>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F7B865F8-CBDB-79B7-B613-23BCD096BA98}"/>
                </a:ext>
              </a:extLst>
            </p:cNvPr>
            <p:cNvSpPr/>
            <p:nvPr/>
          </p:nvSpPr>
          <p:spPr>
            <a:xfrm>
              <a:off x="6406985" y="3100610"/>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84B0084-33EF-03D3-8957-19C35428744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58A0B993-D4A1-D95D-A1C5-61183FB6B71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6571168F-C677-7D4B-6653-C4B6834D502F}"/>
              </a:ext>
            </a:extLst>
          </p:cNvPr>
          <p:cNvGrpSpPr/>
          <p:nvPr/>
        </p:nvGrpSpPr>
        <p:grpSpPr>
          <a:xfrm flipH="1">
            <a:off x="9928075" y="2692230"/>
            <a:ext cx="689925" cy="505840"/>
            <a:chOff x="-1705172" y="5397119"/>
            <a:chExt cx="689925" cy="505840"/>
          </a:xfrm>
        </p:grpSpPr>
        <p:grpSp>
          <p:nvGrpSpPr>
            <p:cNvPr id="41" name="Group 40">
              <a:extLst>
                <a:ext uri="{FF2B5EF4-FFF2-40B4-BE49-F238E27FC236}">
                  <a16:creationId xmlns:a16="http://schemas.microsoft.com/office/drawing/2014/main" id="{0EEB260C-C108-58BC-1768-95F4FDAA3C2C}"/>
                </a:ext>
              </a:extLst>
            </p:cNvPr>
            <p:cNvGrpSpPr/>
            <p:nvPr/>
          </p:nvGrpSpPr>
          <p:grpSpPr>
            <a:xfrm>
              <a:off x="-1705172" y="5397119"/>
              <a:ext cx="689925" cy="312906"/>
              <a:chOff x="1162566" y="1754387"/>
              <a:chExt cx="689925" cy="312906"/>
            </a:xfrm>
          </p:grpSpPr>
          <p:sp>
            <p:nvSpPr>
              <p:cNvPr id="42" name="Oval 41">
                <a:extLst>
                  <a:ext uri="{FF2B5EF4-FFF2-40B4-BE49-F238E27FC236}">
                    <a16:creationId xmlns:a16="http://schemas.microsoft.com/office/drawing/2014/main" id="{82E7184E-F39A-24C0-6783-005B085C97CD}"/>
                  </a:ext>
                </a:extLst>
              </p:cNvPr>
              <p:cNvSpPr/>
              <p:nvPr/>
            </p:nvSpPr>
            <p:spPr>
              <a:xfrm rot="21262796" flipV="1">
                <a:off x="1162566" y="1771850"/>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D3A277D9-10C5-41EC-734C-F14268332A3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Oval 43">
                <a:extLst>
                  <a:ext uri="{FF2B5EF4-FFF2-40B4-BE49-F238E27FC236}">
                    <a16:creationId xmlns:a16="http://schemas.microsoft.com/office/drawing/2014/main" id="{E2BC01F3-1549-0246-F04A-8E210346DBC1}"/>
                  </a:ext>
                </a:extLst>
              </p:cNvPr>
              <p:cNvSpPr/>
              <p:nvPr/>
            </p:nvSpPr>
            <p:spPr>
              <a:xfrm rot="21262796" flipV="1">
                <a:off x="1575997" y="1754387"/>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73C6389-EB2E-3EA3-76E5-5E11313C18A5}"/>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6" name="Oval 45">
              <a:extLst>
                <a:ext uri="{FF2B5EF4-FFF2-40B4-BE49-F238E27FC236}">
                  <a16:creationId xmlns:a16="http://schemas.microsoft.com/office/drawing/2014/main" id="{FA675028-D4AF-D8AF-D473-2CB1F967EE0F}"/>
                </a:ext>
              </a:extLst>
            </p:cNvPr>
            <p:cNvSpPr/>
            <p:nvPr/>
          </p:nvSpPr>
          <p:spPr>
            <a:xfrm rot="5784107">
              <a:off x="-1424104" y="5771915"/>
              <a:ext cx="124751" cy="137337"/>
            </a:xfrm>
            <a:prstGeom prst="ellipse">
              <a:avLst/>
            </a:prstGeom>
            <a:noFill/>
            <a:ln w="539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0584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dirty="0"/>
              <a:t>Click to edit Master title style</a:t>
            </a:r>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userDrawn="1"/>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3925923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837485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44C0DB9-3084-BE71-B330-4AFEA2260BDE}"/>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8" name="Picture Placeholder 17">
            <a:extLst>
              <a:ext uri="{FF2B5EF4-FFF2-40B4-BE49-F238E27FC236}">
                <a16:creationId xmlns:a16="http://schemas.microsoft.com/office/drawing/2014/main" id="{B84535D2-B6BE-C1F1-4440-026034224D64}"/>
              </a:ext>
            </a:extLst>
          </p:cNvPr>
          <p:cNvSpPr>
            <a:spLocks noGrp="1"/>
          </p:cNvSpPr>
          <p:nvPr>
            <p:ph type="pic" sz="quarter" idx="13" hasCustomPrompt="1"/>
          </p:nvPr>
        </p:nvSpPr>
        <p:spPr>
          <a:xfrm>
            <a:off x="0" y="0"/>
            <a:ext cx="12192000" cy="6858000"/>
          </a:xfrm>
          <a:custGeom>
            <a:avLst/>
            <a:gdLst>
              <a:gd name="connsiteX0" fmla="*/ 2090788 w 12192000"/>
              <a:gd name="connsiteY0" fmla="*/ 1375087 h 6858000"/>
              <a:gd name="connsiteX1" fmla="*/ 1032421 w 12192000"/>
              <a:gd name="connsiteY1" fmla="*/ 1392798 h 6858000"/>
              <a:gd name="connsiteX2" fmla="*/ 1153071 w 12192000"/>
              <a:gd name="connsiteY2" fmla="*/ 5642006 h 6858000"/>
              <a:gd name="connsiteX3" fmla="*/ 2502329 w 12192000"/>
              <a:gd name="connsiteY3" fmla="*/ 5648815 h 6858000"/>
              <a:gd name="connsiteX4" fmla="*/ 2758048 w 12192000"/>
              <a:gd name="connsiteY4" fmla="*/ 5646168 h 6858000"/>
              <a:gd name="connsiteX5" fmla="*/ 2778972 w 12192000"/>
              <a:gd name="connsiteY5" fmla="*/ 5665367 h 6858000"/>
              <a:gd name="connsiteX6" fmla="*/ 2577337 w 12192000"/>
              <a:gd name="connsiteY6" fmla="*/ 5769530 h 6858000"/>
              <a:gd name="connsiteX7" fmla="*/ 2784291 w 12192000"/>
              <a:gd name="connsiteY7" fmla="*/ 5802360 h 6858000"/>
              <a:gd name="connsiteX8" fmla="*/ 2734972 w 12192000"/>
              <a:gd name="connsiteY8" fmla="*/ 5899590 h 6858000"/>
              <a:gd name="connsiteX9" fmla="*/ 2677469 w 12192000"/>
              <a:gd name="connsiteY9" fmla="*/ 6038710 h 6858000"/>
              <a:gd name="connsiteX10" fmla="*/ 2918179 w 12192000"/>
              <a:gd name="connsiteY10" fmla="*/ 5856059 h 6858000"/>
              <a:gd name="connsiteX11" fmla="*/ 3019529 w 12192000"/>
              <a:gd name="connsiteY11" fmla="*/ 6122558 h 6858000"/>
              <a:gd name="connsiteX12" fmla="*/ 3078916 w 12192000"/>
              <a:gd name="connsiteY12" fmla="*/ 5864819 h 6858000"/>
              <a:gd name="connsiteX13" fmla="*/ 3389748 w 12192000"/>
              <a:gd name="connsiteY13" fmla="*/ 5919826 h 6858000"/>
              <a:gd name="connsiteX14" fmla="*/ 3174920 w 12192000"/>
              <a:gd name="connsiteY14" fmla="*/ 5737749 h 6858000"/>
              <a:gd name="connsiteX15" fmla="*/ 3306588 w 12192000"/>
              <a:gd name="connsiteY15" fmla="*/ 5664030 h 6858000"/>
              <a:gd name="connsiteX16" fmla="*/ 3350491 w 12192000"/>
              <a:gd name="connsiteY16" fmla="*/ 5638309 h 6858000"/>
              <a:gd name="connsiteX17" fmla="*/ 3774234 w 12192000"/>
              <a:gd name="connsiteY17" fmla="*/ 5632184 h 6858000"/>
              <a:gd name="connsiteX18" fmla="*/ 4628309 w 12192000"/>
              <a:gd name="connsiteY18" fmla="*/ 5622956 h 6858000"/>
              <a:gd name="connsiteX19" fmla="*/ 4628309 w 12192000"/>
              <a:gd name="connsiteY19" fmla="*/ 1440423 h 6858000"/>
              <a:gd name="connsiteX20" fmla="*/ 2090788 w 12192000"/>
              <a:gd name="connsiteY20" fmla="*/ 1375087 h 6858000"/>
              <a:gd name="connsiteX21" fmla="*/ 0 w 12192000"/>
              <a:gd name="connsiteY21" fmla="*/ 0 h 6858000"/>
              <a:gd name="connsiteX22" fmla="*/ 12192000 w 12192000"/>
              <a:gd name="connsiteY22" fmla="*/ 0 h 6858000"/>
              <a:gd name="connsiteX23" fmla="*/ 12192000 w 12192000"/>
              <a:gd name="connsiteY23" fmla="*/ 6858000 h 6858000"/>
              <a:gd name="connsiteX24" fmla="*/ 0 w 12192000"/>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6858000">
                <a:moveTo>
                  <a:pt x="2090788" y="1375087"/>
                </a:moveTo>
                <a:cubicBezTo>
                  <a:pt x="1727581" y="1375865"/>
                  <a:pt x="1365416" y="1381156"/>
                  <a:pt x="1032421" y="1392798"/>
                </a:cubicBezTo>
                <a:cubicBezTo>
                  <a:pt x="1044063" y="2888576"/>
                  <a:pt x="1083357" y="4815539"/>
                  <a:pt x="1153071" y="5642006"/>
                </a:cubicBezTo>
                <a:cubicBezTo>
                  <a:pt x="1626767" y="5651531"/>
                  <a:pt x="2070994" y="5652127"/>
                  <a:pt x="2502329" y="5648815"/>
                </a:cubicBezTo>
                <a:lnTo>
                  <a:pt x="2758048" y="5646168"/>
                </a:lnTo>
                <a:lnTo>
                  <a:pt x="2778972" y="5665367"/>
                </a:lnTo>
                <a:cubicBezTo>
                  <a:pt x="2691891" y="5717203"/>
                  <a:pt x="2573013" y="5745514"/>
                  <a:pt x="2577337" y="5769530"/>
                </a:cubicBezTo>
                <a:cubicBezTo>
                  <a:pt x="2601694" y="5784559"/>
                  <a:pt x="2758019" y="5780683"/>
                  <a:pt x="2784291" y="5802360"/>
                </a:cubicBezTo>
                <a:lnTo>
                  <a:pt x="2734972" y="5899590"/>
                </a:lnTo>
                <a:cubicBezTo>
                  <a:pt x="2721332" y="5925013"/>
                  <a:pt x="2678074" y="6003183"/>
                  <a:pt x="2677469" y="6038710"/>
                </a:cubicBezTo>
                <a:cubicBezTo>
                  <a:pt x="2709559" y="6040889"/>
                  <a:pt x="2814134" y="5925672"/>
                  <a:pt x="2918179" y="5856059"/>
                </a:cubicBezTo>
                <a:cubicBezTo>
                  <a:pt x="2941318" y="5915884"/>
                  <a:pt x="2975453" y="6027676"/>
                  <a:pt x="3019529" y="6122558"/>
                </a:cubicBezTo>
                <a:cubicBezTo>
                  <a:pt x="3047396" y="6055617"/>
                  <a:pt x="3054544" y="5905664"/>
                  <a:pt x="3078916" y="5864819"/>
                </a:cubicBezTo>
                <a:cubicBezTo>
                  <a:pt x="3095712" y="5866169"/>
                  <a:pt x="3299774" y="5914761"/>
                  <a:pt x="3389748" y="5919826"/>
                </a:cubicBezTo>
                <a:cubicBezTo>
                  <a:pt x="3375298" y="5888538"/>
                  <a:pt x="3203182" y="5787110"/>
                  <a:pt x="3174920" y="5737749"/>
                </a:cubicBezTo>
                <a:cubicBezTo>
                  <a:pt x="3210137" y="5715627"/>
                  <a:pt x="3258629" y="5690617"/>
                  <a:pt x="3306588" y="5664030"/>
                </a:cubicBezTo>
                <a:lnTo>
                  <a:pt x="3350491" y="5638309"/>
                </a:lnTo>
                <a:lnTo>
                  <a:pt x="3774234" y="5632184"/>
                </a:lnTo>
                <a:cubicBezTo>
                  <a:pt x="4055651" y="5628116"/>
                  <a:pt x="4338706" y="5624544"/>
                  <a:pt x="4628309" y="5622956"/>
                </a:cubicBezTo>
                <a:cubicBezTo>
                  <a:pt x="4669584" y="5044753"/>
                  <a:pt x="4672759" y="2844126"/>
                  <a:pt x="4628309" y="1440423"/>
                </a:cubicBezTo>
                <a:cubicBezTo>
                  <a:pt x="4279406" y="1411055"/>
                  <a:pt x="3180409" y="1372756"/>
                  <a:pt x="2090788" y="1375087"/>
                </a:cubicBezTo>
                <a:close/>
                <a:moveTo>
                  <a:pt x="0" y="0"/>
                </a:moveTo>
                <a:lnTo>
                  <a:pt x="12192000" y="0"/>
                </a:lnTo>
                <a:lnTo>
                  <a:pt x="12192000"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1356852" y="1828800"/>
            <a:ext cx="2967246" cy="2280895"/>
          </a:xfrm>
        </p:spPr>
        <p:txBody>
          <a:bodyPr anchor="ctr">
            <a:normAutofit/>
          </a:bodyPr>
          <a:lstStyle>
            <a:lvl1pPr algn="ctr">
              <a:defRPr sz="5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1632156" y="4278943"/>
            <a:ext cx="2477728" cy="855625"/>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tx1"/>
                </a:solidFill>
                <a:effectLst>
                  <a:outerShdw blurRad="38100" dist="38100" dir="2700000" algn="tl">
                    <a:srgbClr val="000000">
                      <a:alpha val="43137"/>
                    </a:srgbClr>
                  </a:outerShdw>
                </a:effectLst>
              </a:defRPr>
            </a:lvl1pPr>
          </a:lstStyle>
          <a:p>
            <a:endParaRPr lang="en-US" dirty="0">
              <a:solidFill>
                <a:schemeClr val="tx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tx1"/>
                </a:solidFill>
                <a:effectLst>
                  <a:outerShdw blurRad="38100" dist="38100" dir="2700000" algn="tl">
                    <a:srgbClr val="000000">
                      <a:alpha val="43137"/>
                    </a:srgbClr>
                  </a:outerShdw>
                </a:effectLst>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tx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
        <p:nvSpPr>
          <p:cNvPr id="14" name="Star: 7 Points 2">
            <a:extLst>
              <a:ext uri="{FF2B5EF4-FFF2-40B4-BE49-F238E27FC236}">
                <a16:creationId xmlns:a16="http://schemas.microsoft.com/office/drawing/2014/main" id="{1E1E1D87-57A3-95D9-A38B-F767CF68A551}"/>
              </a:ext>
            </a:extLst>
          </p:cNvPr>
          <p:cNvSpPr/>
          <p:nvPr/>
        </p:nvSpPr>
        <p:spPr>
          <a:xfrm rot="10412872">
            <a:off x="2569942" y="5267763"/>
            <a:ext cx="873506" cy="85640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5004025"/>
              <a:gd name="connsiteX1" fmla="*/ 1612941 w 5102525"/>
              <a:gd name="connsiteY1" fmla="*/ 2131595 h 5004025"/>
              <a:gd name="connsiteX2" fmla="*/ 485506 w 5102525"/>
              <a:gd name="connsiteY2" fmla="*/ 933726 h 5004025"/>
              <a:gd name="connsiteX3" fmla="*/ 2253600 w 5102525"/>
              <a:gd name="connsiteY3" fmla="*/ 1457047 h 5004025"/>
              <a:gd name="connsiteX4" fmla="*/ 2767493 w 5102525"/>
              <a:gd name="connsiteY4" fmla="*/ 0 h 5004025"/>
              <a:gd name="connsiteX5" fmla="*/ 3180840 w 5102525"/>
              <a:gd name="connsiteY5" fmla="*/ 1613401 h 5004025"/>
              <a:gd name="connsiteX6" fmla="*/ 4697917 w 5102525"/>
              <a:gd name="connsiteY6" fmla="*/ 711224 h 5004025"/>
              <a:gd name="connsiteX7" fmla="*/ 4272825 w 5102525"/>
              <a:gd name="connsiteY7" fmla="*/ 1480991 h 5004025"/>
              <a:gd name="connsiteX8" fmla="*/ 3922732 w 5102525"/>
              <a:gd name="connsiteY8" fmla="*/ 2012985 h 5004025"/>
              <a:gd name="connsiteX9" fmla="*/ 5102434 w 5102525"/>
              <a:gd name="connsiteY9" fmla="*/ 2339389 h 5004025"/>
              <a:gd name="connsiteX10" fmla="*/ 3863684 w 5102525"/>
              <a:gd name="connsiteY10" fmla="*/ 2811641 h 5004025"/>
              <a:gd name="connsiteX11" fmla="*/ 4828313 w 5102525"/>
              <a:gd name="connsiteY11" fmla="*/ 3987432 h 5004025"/>
              <a:gd name="connsiteX12" fmla="*/ 3349200 w 5102525"/>
              <a:gd name="connsiteY12" fmla="*/ 3472552 h 5004025"/>
              <a:gd name="connsiteX13" fmla="*/ 3195237 w 5102525"/>
              <a:gd name="connsiteY13" fmla="*/ 5002640 h 5004025"/>
              <a:gd name="connsiteX14" fmla="*/ 2421951 w 5102525"/>
              <a:gd name="connsiteY14" fmla="*/ 3718173 h 5004025"/>
              <a:gd name="connsiteX15" fmla="*/ 1092964 w 5102525"/>
              <a:gd name="connsiteY15" fmla="*/ 4437056 h 5004025"/>
              <a:gd name="connsiteX16" fmla="*/ 1577326 w 5102525"/>
              <a:gd name="connsiteY16" fmla="*/ 2981795 h 5004025"/>
              <a:gd name="connsiteX17" fmla="*/ -1 w 5102525"/>
              <a:gd name="connsiteY17" fmla="*/ 2871567 h 5004025"/>
              <a:gd name="connsiteX0" fmla="*/ 1 w 5102527"/>
              <a:gd name="connsiteY0" fmla="*/ 2871567 h 5003927"/>
              <a:gd name="connsiteX1" fmla="*/ 1612943 w 5102527"/>
              <a:gd name="connsiteY1" fmla="*/ 2131595 h 5003927"/>
              <a:gd name="connsiteX2" fmla="*/ 485508 w 5102527"/>
              <a:gd name="connsiteY2" fmla="*/ 933726 h 5003927"/>
              <a:gd name="connsiteX3" fmla="*/ 2253602 w 5102527"/>
              <a:gd name="connsiteY3" fmla="*/ 1457047 h 5003927"/>
              <a:gd name="connsiteX4" fmla="*/ 2767495 w 5102527"/>
              <a:gd name="connsiteY4" fmla="*/ 0 h 5003927"/>
              <a:gd name="connsiteX5" fmla="*/ 3180842 w 5102527"/>
              <a:gd name="connsiteY5" fmla="*/ 1613401 h 5003927"/>
              <a:gd name="connsiteX6" fmla="*/ 4697919 w 5102527"/>
              <a:gd name="connsiteY6" fmla="*/ 711224 h 5003927"/>
              <a:gd name="connsiteX7" fmla="*/ 4272827 w 5102527"/>
              <a:gd name="connsiteY7" fmla="*/ 1480991 h 5003927"/>
              <a:gd name="connsiteX8" fmla="*/ 3922734 w 5102527"/>
              <a:gd name="connsiteY8" fmla="*/ 2012985 h 5003927"/>
              <a:gd name="connsiteX9" fmla="*/ 5102436 w 5102527"/>
              <a:gd name="connsiteY9" fmla="*/ 2339389 h 5003927"/>
              <a:gd name="connsiteX10" fmla="*/ 3863686 w 5102527"/>
              <a:gd name="connsiteY10" fmla="*/ 2811641 h 5003927"/>
              <a:gd name="connsiteX11" fmla="*/ 4828315 w 5102527"/>
              <a:gd name="connsiteY11" fmla="*/ 3987432 h 5003927"/>
              <a:gd name="connsiteX12" fmla="*/ 3349202 w 5102527"/>
              <a:gd name="connsiteY12" fmla="*/ 3472552 h 5003927"/>
              <a:gd name="connsiteX13" fmla="*/ 3195239 w 5102527"/>
              <a:gd name="connsiteY13" fmla="*/ 5002640 h 5003927"/>
              <a:gd name="connsiteX14" fmla="*/ 2421953 w 5102527"/>
              <a:gd name="connsiteY14" fmla="*/ 3718173 h 5003927"/>
              <a:gd name="connsiteX15" fmla="*/ 1092966 w 5102527"/>
              <a:gd name="connsiteY15" fmla="*/ 4437056 h 5003927"/>
              <a:gd name="connsiteX16" fmla="*/ 1577328 w 5102527"/>
              <a:gd name="connsiteY16" fmla="*/ 2981795 h 5003927"/>
              <a:gd name="connsiteX17" fmla="*/ 1 w 5102527"/>
              <a:gd name="connsiteY17" fmla="*/ 2871567 h 5003927"/>
              <a:gd name="connsiteX0" fmla="*/ -1 w 5102525"/>
              <a:gd name="connsiteY0" fmla="*/ 2871567 h 5004126"/>
              <a:gd name="connsiteX1" fmla="*/ 1612941 w 5102525"/>
              <a:gd name="connsiteY1" fmla="*/ 2131595 h 5004126"/>
              <a:gd name="connsiteX2" fmla="*/ 485506 w 5102525"/>
              <a:gd name="connsiteY2" fmla="*/ 933726 h 5004126"/>
              <a:gd name="connsiteX3" fmla="*/ 2253600 w 5102525"/>
              <a:gd name="connsiteY3" fmla="*/ 1457047 h 5004126"/>
              <a:gd name="connsiteX4" fmla="*/ 2767493 w 5102525"/>
              <a:gd name="connsiteY4" fmla="*/ 0 h 5004126"/>
              <a:gd name="connsiteX5" fmla="*/ 3180840 w 5102525"/>
              <a:gd name="connsiteY5" fmla="*/ 1613401 h 5004126"/>
              <a:gd name="connsiteX6" fmla="*/ 4697917 w 5102525"/>
              <a:gd name="connsiteY6" fmla="*/ 711224 h 5004126"/>
              <a:gd name="connsiteX7" fmla="*/ 4272825 w 5102525"/>
              <a:gd name="connsiteY7" fmla="*/ 1480991 h 5004126"/>
              <a:gd name="connsiteX8" fmla="*/ 3922732 w 5102525"/>
              <a:gd name="connsiteY8" fmla="*/ 2012985 h 5004126"/>
              <a:gd name="connsiteX9" fmla="*/ 5102434 w 5102525"/>
              <a:gd name="connsiteY9" fmla="*/ 2339389 h 5004126"/>
              <a:gd name="connsiteX10" fmla="*/ 3863684 w 5102525"/>
              <a:gd name="connsiteY10" fmla="*/ 2811641 h 5004126"/>
              <a:gd name="connsiteX11" fmla="*/ 4828313 w 5102525"/>
              <a:gd name="connsiteY11" fmla="*/ 3987432 h 5004126"/>
              <a:gd name="connsiteX12" fmla="*/ 3349200 w 5102525"/>
              <a:gd name="connsiteY12" fmla="*/ 3472552 h 5004126"/>
              <a:gd name="connsiteX13" fmla="*/ 3195237 w 5102525"/>
              <a:gd name="connsiteY13" fmla="*/ 5002640 h 5004126"/>
              <a:gd name="connsiteX14" fmla="*/ 2421951 w 5102525"/>
              <a:gd name="connsiteY14" fmla="*/ 3718173 h 5004126"/>
              <a:gd name="connsiteX15" fmla="*/ 1964565 w 5102525"/>
              <a:gd name="connsiteY15" fmla="*/ 3913413 h 5004126"/>
              <a:gd name="connsiteX16" fmla="*/ 1092964 w 5102525"/>
              <a:gd name="connsiteY16" fmla="*/ 4437056 h 5004126"/>
              <a:gd name="connsiteX17" fmla="*/ 1577326 w 5102525"/>
              <a:gd name="connsiteY17" fmla="*/ 2981795 h 5004126"/>
              <a:gd name="connsiteX18" fmla="*/ -1 w 5102525"/>
              <a:gd name="connsiteY18" fmla="*/ 2871567 h 5004126"/>
              <a:gd name="connsiteX0" fmla="*/ 1 w 5102527"/>
              <a:gd name="connsiteY0" fmla="*/ 2871567 h 5004065"/>
              <a:gd name="connsiteX1" fmla="*/ 1612943 w 5102527"/>
              <a:gd name="connsiteY1" fmla="*/ 2131595 h 5004065"/>
              <a:gd name="connsiteX2" fmla="*/ 485508 w 5102527"/>
              <a:gd name="connsiteY2" fmla="*/ 933726 h 5004065"/>
              <a:gd name="connsiteX3" fmla="*/ 2253602 w 5102527"/>
              <a:gd name="connsiteY3" fmla="*/ 1457047 h 5004065"/>
              <a:gd name="connsiteX4" fmla="*/ 2767495 w 5102527"/>
              <a:gd name="connsiteY4" fmla="*/ 0 h 5004065"/>
              <a:gd name="connsiteX5" fmla="*/ 3180842 w 5102527"/>
              <a:gd name="connsiteY5" fmla="*/ 1613401 h 5004065"/>
              <a:gd name="connsiteX6" fmla="*/ 4697919 w 5102527"/>
              <a:gd name="connsiteY6" fmla="*/ 711224 h 5004065"/>
              <a:gd name="connsiteX7" fmla="*/ 4272827 w 5102527"/>
              <a:gd name="connsiteY7" fmla="*/ 1480991 h 5004065"/>
              <a:gd name="connsiteX8" fmla="*/ 3922734 w 5102527"/>
              <a:gd name="connsiteY8" fmla="*/ 2012985 h 5004065"/>
              <a:gd name="connsiteX9" fmla="*/ 5102436 w 5102527"/>
              <a:gd name="connsiteY9" fmla="*/ 2339389 h 5004065"/>
              <a:gd name="connsiteX10" fmla="*/ 3863686 w 5102527"/>
              <a:gd name="connsiteY10" fmla="*/ 2811641 h 5004065"/>
              <a:gd name="connsiteX11" fmla="*/ 4828315 w 5102527"/>
              <a:gd name="connsiteY11" fmla="*/ 3987432 h 5004065"/>
              <a:gd name="connsiteX12" fmla="*/ 3349202 w 5102527"/>
              <a:gd name="connsiteY12" fmla="*/ 3472552 h 5004065"/>
              <a:gd name="connsiteX13" fmla="*/ 3195239 w 5102527"/>
              <a:gd name="connsiteY13" fmla="*/ 5002640 h 5004065"/>
              <a:gd name="connsiteX14" fmla="*/ 2421953 w 5102527"/>
              <a:gd name="connsiteY14" fmla="*/ 3718173 h 5004065"/>
              <a:gd name="connsiteX15" fmla="*/ 1964567 w 5102527"/>
              <a:gd name="connsiteY15" fmla="*/ 3913413 h 5004065"/>
              <a:gd name="connsiteX16" fmla="*/ 1092966 w 5102527"/>
              <a:gd name="connsiteY16" fmla="*/ 4437056 h 5004065"/>
              <a:gd name="connsiteX17" fmla="*/ 1577328 w 5102527"/>
              <a:gd name="connsiteY17" fmla="*/ 2981795 h 5004065"/>
              <a:gd name="connsiteX18" fmla="*/ 1 w 5102527"/>
              <a:gd name="connsiteY18" fmla="*/ 2871567 h 5004065"/>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3982"/>
              <a:gd name="connsiteX1" fmla="*/ 1612943 w 5102527"/>
              <a:gd name="connsiteY1" fmla="*/ 2131595 h 5003982"/>
              <a:gd name="connsiteX2" fmla="*/ 485508 w 5102527"/>
              <a:gd name="connsiteY2" fmla="*/ 933726 h 5003982"/>
              <a:gd name="connsiteX3" fmla="*/ 2253602 w 5102527"/>
              <a:gd name="connsiteY3" fmla="*/ 1457047 h 5003982"/>
              <a:gd name="connsiteX4" fmla="*/ 2767495 w 5102527"/>
              <a:gd name="connsiteY4" fmla="*/ 0 h 5003982"/>
              <a:gd name="connsiteX5" fmla="*/ 3180842 w 5102527"/>
              <a:gd name="connsiteY5" fmla="*/ 1613401 h 5003982"/>
              <a:gd name="connsiteX6" fmla="*/ 4697919 w 5102527"/>
              <a:gd name="connsiteY6" fmla="*/ 711224 h 5003982"/>
              <a:gd name="connsiteX7" fmla="*/ 4272827 w 5102527"/>
              <a:gd name="connsiteY7" fmla="*/ 1480991 h 5003982"/>
              <a:gd name="connsiteX8" fmla="*/ 3922734 w 5102527"/>
              <a:gd name="connsiteY8" fmla="*/ 2012985 h 5003982"/>
              <a:gd name="connsiteX9" fmla="*/ 5102436 w 5102527"/>
              <a:gd name="connsiteY9" fmla="*/ 2339389 h 5003982"/>
              <a:gd name="connsiteX10" fmla="*/ 3863686 w 5102527"/>
              <a:gd name="connsiteY10" fmla="*/ 2811641 h 5003982"/>
              <a:gd name="connsiteX11" fmla="*/ 4828315 w 5102527"/>
              <a:gd name="connsiteY11" fmla="*/ 3987432 h 5003982"/>
              <a:gd name="connsiteX12" fmla="*/ 3349202 w 5102527"/>
              <a:gd name="connsiteY12" fmla="*/ 3472552 h 5003982"/>
              <a:gd name="connsiteX13" fmla="*/ 3195239 w 5102527"/>
              <a:gd name="connsiteY13" fmla="*/ 5002640 h 5003982"/>
              <a:gd name="connsiteX14" fmla="*/ 2421953 w 5102527"/>
              <a:gd name="connsiteY14" fmla="*/ 3718173 h 5003982"/>
              <a:gd name="connsiteX15" fmla="*/ 1964567 w 5102527"/>
              <a:gd name="connsiteY15" fmla="*/ 3913413 h 5003982"/>
              <a:gd name="connsiteX16" fmla="*/ 1092966 w 5102527"/>
              <a:gd name="connsiteY16" fmla="*/ 4437056 h 5003982"/>
              <a:gd name="connsiteX17" fmla="*/ 1577328 w 5102527"/>
              <a:gd name="connsiteY17" fmla="*/ 2981795 h 5003982"/>
              <a:gd name="connsiteX18" fmla="*/ 1 w 5102527"/>
              <a:gd name="connsiteY18" fmla="*/ 2871567 h 5003982"/>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4076"/>
              <a:gd name="connsiteX1" fmla="*/ 1612943 w 5102527"/>
              <a:gd name="connsiteY1" fmla="*/ 2131595 h 5004076"/>
              <a:gd name="connsiteX2" fmla="*/ 485508 w 5102527"/>
              <a:gd name="connsiteY2" fmla="*/ 933726 h 5004076"/>
              <a:gd name="connsiteX3" fmla="*/ 2253602 w 5102527"/>
              <a:gd name="connsiteY3" fmla="*/ 1457047 h 5004076"/>
              <a:gd name="connsiteX4" fmla="*/ 2767495 w 5102527"/>
              <a:gd name="connsiteY4" fmla="*/ 0 h 5004076"/>
              <a:gd name="connsiteX5" fmla="*/ 3180842 w 5102527"/>
              <a:gd name="connsiteY5" fmla="*/ 1613401 h 5004076"/>
              <a:gd name="connsiteX6" fmla="*/ 4697919 w 5102527"/>
              <a:gd name="connsiteY6" fmla="*/ 711224 h 5004076"/>
              <a:gd name="connsiteX7" fmla="*/ 4272827 w 5102527"/>
              <a:gd name="connsiteY7" fmla="*/ 1480991 h 5004076"/>
              <a:gd name="connsiteX8" fmla="*/ 3922734 w 5102527"/>
              <a:gd name="connsiteY8" fmla="*/ 2012985 h 5004076"/>
              <a:gd name="connsiteX9" fmla="*/ 5102436 w 5102527"/>
              <a:gd name="connsiteY9" fmla="*/ 2339389 h 5004076"/>
              <a:gd name="connsiteX10" fmla="*/ 3863686 w 5102527"/>
              <a:gd name="connsiteY10" fmla="*/ 2811641 h 5004076"/>
              <a:gd name="connsiteX11" fmla="*/ 4828315 w 5102527"/>
              <a:gd name="connsiteY11" fmla="*/ 3987432 h 5004076"/>
              <a:gd name="connsiteX12" fmla="*/ 3349202 w 5102527"/>
              <a:gd name="connsiteY12" fmla="*/ 3472552 h 5004076"/>
              <a:gd name="connsiteX13" fmla="*/ 3195239 w 5102527"/>
              <a:gd name="connsiteY13" fmla="*/ 5002640 h 5004076"/>
              <a:gd name="connsiteX14" fmla="*/ 2421953 w 5102527"/>
              <a:gd name="connsiteY14" fmla="*/ 3718173 h 5004076"/>
              <a:gd name="connsiteX15" fmla="*/ 1649194 w 5102527"/>
              <a:gd name="connsiteY15" fmla="*/ 4160578 h 5004076"/>
              <a:gd name="connsiteX16" fmla="*/ 1092966 w 5102527"/>
              <a:gd name="connsiteY16" fmla="*/ 4437056 h 5004076"/>
              <a:gd name="connsiteX17" fmla="*/ 1577328 w 5102527"/>
              <a:gd name="connsiteY17" fmla="*/ 2981795 h 5004076"/>
              <a:gd name="connsiteX18" fmla="*/ 1 w 5102527"/>
              <a:gd name="connsiteY18" fmla="*/ 2871567 h 5004076"/>
              <a:gd name="connsiteX0" fmla="*/ -1 w 5102525"/>
              <a:gd name="connsiteY0" fmla="*/ 2871567 h 5004029"/>
              <a:gd name="connsiteX1" fmla="*/ 1612941 w 5102525"/>
              <a:gd name="connsiteY1" fmla="*/ 2131595 h 5004029"/>
              <a:gd name="connsiteX2" fmla="*/ 485506 w 5102525"/>
              <a:gd name="connsiteY2" fmla="*/ 933726 h 5004029"/>
              <a:gd name="connsiteX3" fmla="*/ 2253600 w 5102525"/>
              <a:gd name="connsiteY3" fmla="*/ 1457047 h 5004029"/>
              <a:gd name="connsiteX4" fmla="*/ 2767493 w 5102525"/>
              <a:gd name="connsiteY4" fmla="*/ 0 h 5004029"/>
              <a:gd name="connsiteX5" fmla="*/ 3180840 w 5102525"/>
              <a:gd name="connsiteY5" fmla="*/ 1613401 h 5004029"/>
              <a:gd name="connsiteX6" fmla="*/ 4697917 w 5102525"/>
              <a:gd name="connsiteY6" fmla="*/ 711224 h 5004029"/>
              <a:gd name="connsiteX7" fmla="*/ 4272825 w 5102525"/>
              <a:gd name="connsiteY7" fmla="*/ 1480991 h 5004029"/>
              <a:gd name="connsiteX8" fmla="*/ 3922732 w 5102525"/>
              <a:gd name="connsiteY8" fmla="*/ 2012985 h 5004029"/>
              <a:gd name="connsiteX9" fmla="*/ 5102434 w 5102525"/>
              <a:gd name="connsiteY9" fmla="*/ 2339389 h 5004029"/>
              <a:gd name="connsiteX10" fmla="*/ 3863684 w 5102525"/>
              <a:gd name="connsiteY10" fmla="*/ 2811641 h 5004029"/>
              <a:gd name="connsiteX11" fmla="*/ 4828313 w 5102525"/>
              <a:gd name="connsiteY11" fmla="*/ 3987432 h 5004029"/>
              <a:gd name="connsiteX12" fmla="*/ 3349200 w 5102525"/>
              <a:gd name="connsiteY12" fmla="*/ 3472552 h 5004029"/>
              <a:gd name="connsiteX13" fmla="*/ 3195237 w 5102525"/>
              <a:gd name="connsiteY13" fmla="*/ 5002640 h 5004029"/>
              <a:gd name="connsiteX14" fmla="*/ 2421951 w 5102525"/>
              <a:gd name="connsiteY14" fmla="*/ 3718173 h 5004029"/>
              <a:gd name="connsiteX15" fmla="*/ 1649192 w 5102525"/>
              <a:gd name="connsiteY15" fmla="*/ 4160578 h 5004029"/>
              <a:gd name="connsiteX16" fmla="*/ 1092964 w 5102525"/>
              <a:gd name="connsiteY16" fmla="*/ 4437056 h 5004029"/>
              <a:gd name="connsiteX17" fmla="*/ 1577326 w 5102525"/>
              <a:gd name="connsiteY17" fmla="*/ 2981795 h 5004029"/>
              <a:gd name="connsiteX18" fmla="*/ -1 w 5102525"/>
              <a:gd name="connsiteY18" fmla="*/ 2871567 h 50040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2640"/>
              <a:gd name="connsiteX1" fmla="*/ 1612943 w 5102527"/>
              <a:gd name="connsiteY1" fmla="*/ 2131595 h 5002640"/>
              <a:gd name="connsiteX2" fmla="*/ 485508 w 5102527"/>
              <a:gd name="connsiteY2" fmla="*/ 933726 h 5002640"/>
              <a:gd name="connsiteX3" fmla="*/ 2253602 w 5102527"/>
              <a:gd name="connsiteY3" fmla="*/ 1457047 h 5002640"/>
              <a:gd name="connsiteX4" fmla="*/ 2767495 w 5102527"/>
              <a:gd name="connsiteY4" fmla="*/ 0 h 5002640"/>
              <a:gd name="connsiteX5" fmla="*/ 3180842 w 5102527"/>
              <a:gd name="connsiteY5" fmla="*/ 1613401 h 5002640"/>
              <a:gd name="connsiteX6" fmla="*/ 4697919 w 5102527"/>
              <a:gd name="connsiteY6" fmla="*/ 711224 h 5002640"/>
              <a:gd name="connsiteX7" fmla="*/ 4272827 w 5102527"/>
              <a:gd name="connsiteY7" fmla="*/ 1480991 h 5002640"/>
              <a:gd name="connsiteX8" fmla="*/ 3922734 w 5102527"/>
              <a:gd name="connsiteY8" fmla="*/ 2012985 h 5002640"/>
              <a:gd name="connsiteX9" fmla="*/ 5102436 w 5102527"/>
              <a:gd name="connsiteY9" fmla="*/ 2339389 h 5002640"/>
              <a:gd name="connsiteX10" fmla="*/ 3863686 w 5102527"/>
              <a:gd name="connsiteY10" fmla="*/ 2811641 h 5002640"/>
              <a:gd name="connsiteX11" fmla="*/ 4828315 w 5102527"/>
              <a:gd name="connsiteY11" fmla="*/ 3987432 h 5002640"/>
              <a:gd name="connsiteX12" fmla="*/ 3349202 w 5102527"/>
              <a:gd name="connsiteY12" fmla="*/ 3472552 h 5002640"/>
              <a:gd name="connsiteX13" fmla="*/ 3195239 w 5102527"/>
              <a:gd name="connsiteY13" fmla="*/ 5002640 h 5002640"/>
              <a:gd name="connsiteX14" fmla="*/ 2421953 w 5102527"/>
              <a:gd name="connsiteY14" fmla="*/ 3718173 h 5002640"/>
              <a:gd name="connsiteX15" fmla="*/ 1649194 w 5102527"/>
              <a:gd name="connsiteY15" fmla="*/ 4160578 h 5002640"/>
              <a:gd name="connsiteX16" fmla="*/ 1092966 w 5102527"/>
              <a:gd name="connsiteY16" fmla="*/ 4437056 h 5002640"/>
              <a:gd name="connsiteX17" fmla="*/ 1577328 w 5102527"/>
              <a:gd name="connsiteY17" fmla="*/ 2981795 h 5002640"/>
              <a:gd name="connsiteX18" fmla="*/ 1 w 5102527"/>
              <a:gd name="connsiteY18" fmla="*/ 2871567 h 500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2527" h="500264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28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tx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2"/>
                </a:solidFill>
              </a:defRPr>
            </a:lvl1pPr>
          </a:lstStyle>
          <a:p>
            <a:fld id="{7CF79DB2-B0CF-4CB1-AE78-9ED1037C015C}" type="slidenum">
              <a:rPr lang="en-US" smtClean="0"/>
              <a:t>‹#›</a:t>
            </a:fld>
            <a:endParaRPr lang="en-US"/>
          </a:p>
        </p:txBody>
      </p:sp>
      <p:sp>
        <p:nvSpPr>
          <p:cNvPr id="8" name="Rectangle 7">
            <a:extLst>
              <a:ext uri="{FF2B5EF4-FFF2-40B4-BE49-F238E27FC236}">
                <a16:creationId xmlns:a16="http://schemas.microsoft.com/office/drawing/2014/main" id="{AB0CF712-2483-16C1-8DC0-E7D9B041FAEF}"/>
              </a:ext>
            </a:extLst>
          </p:cNvPr>
          <p:cNvSpPr/>
          <p:nvPr/>
        </p:nvSpPr>
        <p:spPr>
          <a:xfrm>
            <a:off x="7102709" y="0"/>
            <a:ext cx="508928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3CA6902-F480-DB08-0124-BFA20F65C4DA}"/>
              </a:ext>
            </a:extLst>
          </p:cNvPr>
          <p:cNvSpPr/>
          <p:nvPr/>
        </p:nvSpPr>
        <p:spPr>
          <a:xfrm rot="577455">
            <a:off x="6843119" y="-120146"/>
            <a:ext cx="5219126" cy="6593697"/>
          </a:xfrm>
          <a:custGeom>
            <a:avLst/>
            <a:gdLst>
              <a:gd name="connsiteX0" fmla="*/ 3682305 w 5219126"/>
              <a:gd name="connsiteY0" fmla="*/ 0 h 6593697"/>
              <a:gd name="connsiteX1" fmla="*/ 3868502 w 5219126"/>
              <a:gd name="connsiteY1" fmla="*/ 720549 h 6593697"/>
              <a:gd name="connsiteX2" fmla="*/ 3605592 w 5219126"/>
              <a:gd name="connsiteY2" fmla="*/ 2169332 h 6593697"/>
              <a:gd name="connsiteX3" fmla="*/ 1988586 w 5219126"/>
              <a:gd name="connsiteY3" fmla="*/ 3262961 h 6593697"/>
              <a:gd name="connsiteX4" fmla="*/ 1751534 w 5219126"/>
              <a:gd name="connsiteY4" fmla="*/ 3331563 h 6593697"/>
              <a:gd name="connsiteX5" fmla="*/ 5195021 w 5219126"/>
              <a:gd name="connsiteY5" fmla="*/ 3338208 h 6593697"/>
              <a:gd name="connsiteX6" fmla="*/ 5218151 w 5219126"/>
              <a:gd name="connsiteY6" fmla="*/ 6517642 h 6593697"/>
              <a:gd name="connsiteX7" fmla="*/ 5211635 w 5219126"/>
              <a:gd name="connsiteY7" fmla="*/ 6593697 h 6593697"/>
              <a:gd name="connsiteX8" fmla="*/ 1645871 w 5219126"/>
              <a:gd name="connsiteY8" fmla="*/ 6593697 h 6593697"/>
              <a:gd name="connsiteX9" fmla="*/ 1606732 w 5219126"/>
              <a:gd name="connsiteY9" fmla="*/ 3353431 h 6593697"/>
              <a:gd name="connsiteX10" fmla="*/ 1495081 w 5219126"/>
              <a:gd name="connsiteY10" fmla="*/ 3359976 h 6593697"/>
              <a:gd name="connsiteX11" fmla="*/ 144734 w 5219126"/>
              <a:gd name="connsiteY11" fmla="*/ 2780278 h 6593697"/>
              <a:gd name="connsiteX12" fmla="*/ 137001 w 5219126"/>
              <a:gd name="connsiteY12" fmla="*/ 2773159 h 6593697"/>
              <a:gd name="connsiteX13" fmla="*/ 0 w 5219126"/>
              <a:gd name="connsiteY13" fmla="*/ 1965238 h 6593697"/>
              <a:gd name="connsiteX14" fmla="*/ 538764 w 5219126"/>
              <a:gd name="connsiteY14" fmla="*/ 1650905 h 6593697"/>
              <a:gd name="connsiteX15" fmla="*/ 971604 w 5219126"/>
              <a:gd name="connsiteY15" fmla="*/ 2150627 h 6593697"/>
              <a:gd name="connsiteX16" fmla="*/ 1641386 w 5219126"/>
              <a:gd name="connsiteY16" fmla="*/ 2248793 h 6593697"/>
              <a:gd name="connsiteX17" fmla="*/ 2640791 w 5219126"/>
              <a:gd name="connsiteY17" fmla="*/ 1687894 h 6593697"/>
              <a:gd name="connsiteX18" fmla="*/ 2891057 w 5219126"/>
              <a:gd name="connsiteY18" fmla="*/ 535522 h 6593697"/>
              <a:gd name="connsiteX19" fmla="*/ 2818517 w 5219126"/>
              <a:gd name="connsiteY19" fmla="*/ 344210 h 659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19126" h="6593697">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chemeClr val="accent3">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7779886" y="1562793"/>
            <a:ext cx="3734935" cy="3158294"/>
          </a:xfrm>
        </p:spPr>
        <p:txBody>
          <a:bodyPr anchor="ctr">
            <a:normAutofit/>
          </a:bodyPr>
          <a:lstStyle>
            <a:lvl1pPr algn="ctr">
              <a:defRPr sz="60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8043906" y="4721086"/>
            <a:ext cx="3206894" cy="1152939"/>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Picture Placeholder 11">
            <a:extLst>
              <a:ext uri="{FF2B5EF4-FFF2-40B4-BE49-F238E27FC236}">
                <a16:creationId xmlns:a16="http://schemas.microsoft.com/office/drawing/2014/main" id="{026BCF74-6279-CB37-6D23-399FA7706983}"/>
              </a:ext>
            </a:extLst>
          </p:cNvPr>
          <p:cNvSpPr>
            <a:spLocks noGrp="1"/>
          </p:cNvSpPr>
          <p:nvPr>
            <p:ph type="pic" sz="quarter" idx="13" hasCustomPrompt="1"/>
          </p:nvPr>
        </p:nvSpPr>
        <p:spPr>
          <a:xfrm>
            <a:off x="0" y="0"/>
            <a:ext cx="7102475" cy="6858000"/>
          </a:xfrm>
          <a:prstGeom prst="rect">
            <a:avLst/>
          </a:prstGeom>
          <a:blipFill>
            <a:blip r:embed="rId2">
              <a:alphaModFix amt="6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8019047" y="256032"/>
            <a:ext cx="3256613" cy="365125"/>
          </a:xfrm>
        </p:spPr>
        <p:txBody>
          <a:bodyPr/>
          <a:lstStyle>
            <a:lvl1pPr algn="ct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8207048" y="6356350"/>
            <a:ext cx="2880610" cy="365125"/>
          </a:xfrm>
        </p:spPr>
        <p:txBody>
          <a:bodyPr/>
          <a:lstStyle>
            <a:lvl1pPr algn="ctr">
              <a:defRPr>
                <a:solidFill>
                  <a:schemeClr val="tx2"/>
                </a:solidFill>
              </a:defRPr>
            </a:lvl1pPr>
          </a:lstStyle>
          <a:p>
            <a:fld id="{4BEBB76A-5642-4655-AA5F-D2E8581DD95F}" type="datetimeFigureOut">
              <a:rPr lang="en-US" smtClean="0"/>
              <a:pPr/>
              <a:t>2/21/2026</a:t>
            </a:fld>
            <a:endParaRPr lang="en-US"/>
          </a:p>
        </p:txBody>
      </p:sp>
    </p:spTree>
    <p:extLst>
      <p:ext uri="{BB962C8B-B14F-4D97-AF65-F5344CB8AC3E}">
        <p14:creationId xmlns:p14="http://schemas.microsoft.com/office/powerpoint/2010/main" val="37228453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16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accent1"/>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D9567B5E-86DF-77F6-0BDA-80B8F69FCEE7}"/>
              </a:ext>
            </a:extLst>
          </p:cNvPr>
          <p:cNvSpPr>
            <a:spLocks noGrp="1"/>
          </p:cNvSpPr>
          <p:nvPr>
            <p:ph type="title"/>
          </p:nvPr>
        </p:nvSpPr>
        <p:spPr>
          <a:xfrm>
            <a:off x="6348932" y="726616"/>
            <a:ext cx="4386019" cy="1835739"/>
          </a:xfrm>
        </p:spPr>
        <p:txBody>
          <a:bodyPr>
            <a:noAutofit/>
          </a:bodyPr>
          <a:lstStyle>
            <a:lvl1pPr>
              <a:defRPr sz="7200">
                <a:solidFill>
                  <a:schemeClr val="tx2"/>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62355"/>
            <a:ext cx="4386019"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7" name="Freeform: Shape 8">
            <a:extLst>
              <a:ext uri="{FF2B5EF4-FFF2-40B4-BE49-F238E27FC236}">
                <a16:creationId xmlns:a16="http://schemas.microsoft.com/office/drawing/2014/main" id="{D0231637-6387-3E40-FCC3-365FC9F5DA58}"/>
              </a:ext>
            </a:extLst>
          </p:cNvPr>
          <p:cNvSpPr/>
          <p:nvPr/>
        </p:nvSpPr>
        <p:spPr>
          <a:xfrm rot="10503176" flipH="1" flipV="1">
            <a:off x="1567549" y="5051293"/>
            <a:ext cx="2065109" cy="18066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90084 w 4687167"/>
              <a:gd name="connsiteY0" fmla="*/ 1 h 3571042"/>
              <a:gd name="connsiteX1" fmla="*/ 4687167 w 4687167"/>
              <a:gd name="connsiteY1" fmla="*/ 292036 h 3571042"/>
              <a:gd name="connsiteX2" fmla="*/ 4161065 w 4687167"/>
              <a:gd name="connsiteY2" fmla="*/ 2317359 h 3571042"/>
              <a:gd name="connsiteX3" fmla="*/ 3515331 w 4687167"/>
              <a:gd name="connsiteY3" fmla="*/ 3294164 h 3571042"/>
              <a:gd name="connsiteX4" fmla="*/ 2940712 w 4687167"/>
              <a:gd name="connsiteY4" fmla="*/ 3514982 h 3571042"/>
              <a:gd name="connsiteX5" fmla="*/ 2001855 w 4687167"/>
              <a:gd name="connsiteY5" fmla="*/ 3570130 h 3571042"/>
              <a:gd name="connsiteX6" fmla="*/ 582997 w 4687167"/>
              <a:gd name="connsiteY6" fmla="*/ 3198192 h 3571042"/>
              <a:gd name="connsiteX7" fmla="*/ 108182 w 4687167"/>
              <a:gd name="connsiteY7" fmla="*/ 1440447 h 3571042"/>
              <a:gd name="connsiteX8" fmla="*/ 90084 w 4687167"/>
              <a:gd name="connsiteY8" fmla="*/ 1 h 3571042"/>
              <a:gd name="connsiteX0" fmla="*/ 10315 w 4607398"/>
              <a:gd name="connsiteY0" fmla="*/ -1 h 3571040"/>
              <a:gd name="connsiteX1" fmla="*/ 4607398 w 4607398"/>
              <a:gd name="connsiteY1" fmla="*/ 292034 h 3571040"/>
              <a:gd name="connsiteX2" fmla="*/ 4081296 w 4607398"/>
              <a:gd name="connsiteY2" fmla="*/ 2317357 h 3571040"/>
              <a:gd name="connsiteX3" fmla="*/ 3435562 w 4607398"/>
              <a:gd name="connsiteY3" fmla="*/ 3294162 h 3571040"/>
              <a:gd name="connsiteX4" fmla="*/ 2860943 w 4607398"/>
              <a:gd name="connsiteY4" fmla="*/ 3514980 h 3571040"/>
              <a:gd name="connsiteX5" fmla="*/ 1922086 w 4607398"/>
              <a:gd name="connsiteY5" fmla="*/ 3570128 h 3571040"/>
              <a:gd name="connsiteX6" fmla="*/ 503228 w 4607398"/>
              <a:gd name="connsiteY6" fmla="*/ 3198190 h 3571040"/>
              <a:gd name="connsiteX7" fmla="*/ 28413 w 4607398"/>
              <a:gd name="connsiteY7" fmla="*/ 1440445 h 3571040"/>
              <a:gd name="connsiteX8" fmla="*/ 10315 w 4607398"/>
              <a:gd name="connsiteY8" fmla="*/ -1 h 3571040"/>
              <a:gd name="connsiteX0" fmla="*/ 257739 w 4854822"/>
              <a:gd name="connsiteY0" fmla="*/ 1 h 3571042"/>
              <a:gd name="connsiteX1" fmla="*/ 4854822 w 4854822"/>
              <a:gd name="connsiteY1" fmla="*/ 292036 h 3571042"/>
              <a:gd name="connsiteX2" fmla="*/ 4328720 w 4854822"/>
              <a:gd name="connsiteY2" fmla="*/ 2317359 h 3571042"/>
              <a:gd name="connsiteX3" fmla="*/ 3682986 w 4854822"/>
              <a:gd name="connsiteY3" fmla="*/ 3294164 h 3571042"/>
              <a:gd name="connsiteX4" fmla="*/ 3108367 w 4854822"/>
              <a:gd name="connsiteY4" fmla="*/ 3514982 h 3571042"/>
              <a:gd name="connsiteX5" fmla="*/ 2169510 w 4854822"/>
              <a:gd name="connsiteY5" fmla="*/ 3570130 h 3571042"/>
              <a:gd name="connsiteX6" fmla="*/ 750652 w 4854822"/>
              <a:gd name="connsiteY6" fmla="*/ 3198192 h 3571042"/>
              <a:gd name="connsiteX7" fmla="*/ 257739 w 4854822"/>
              <a:gd name="connsiteY7" fmla="*/ 1 h 3571042"/>
              <a:gd name="connsiteX0" fmla="*/ 108358 w 4705441"/>
              <a:gd name="connsiteY0" fmla="*/ -1 h 3571040"/>
              <a:gd name="connsiteX1" fmla="*/ 4705441 w 4705441"/>
              <a:gd name="connsiteY1" fmla="*/ 292034 h 3571040"/>
              <a:gd name="connsiteX2" fmla="*/ 4179339 w 4705441"/>
              <a:gd name="connsiteY2" fmla="*/ 2317357 h 3571040"/>
              <a:gd name="connsiteX3" fmla="*/ 3533605 w 4705441"/>
              <a:gd name="connsiteY3" fmla="*/ 3294162 h 3571040"/>
              <a:gd name="connsiteX4" fmla="*/ 2958986 w 4705441"/>
              <a:gd name="connsiteY4" fmla="*/ 3514980 h 3571040"/>
              <a:gd name="connsiteX5" fmla="*/ 2020129 w 4705441"/>
              <a:gd name="connsiteY5" fmla="*/ 3570128 h 3571040"/>
              <a:gd name="connsiteX6" fmla="*/ 601271 w 4705441"/>
              <a:gd name="connsiteY6" fmla="*/ 3198190 h 3571040"/>
              <a:gd name="connsiteX7" fmla="*/ 108358 w 4705441"/>
              <a:gd name="connsiteY7" fmla="*/ -1 h 3571040"/>
              <a:gd name="connsiteX0" fmla="*/ 64393 w 4661476"/>
              <a:gd name="connsiteY0" fmla="*/ 1 h 3571042"/>
              <a:gd name="connsiteX1" fmla="*/ 4661476 w 4661476"/>
              <a:gd name="connsiteY1" fmla="*/ 292036 h 3571042"/>
              <a:gd name="connsiteX2" fmla="*/ 4135374 w 4661476"/>
              <a:gd name="connsiteY2" fmla="*/ 2317359 h 3571042"/>
              <a:gd name="connsiteX3" fmla="*/ 3489640 w 4661476"/>
              <a:gd name="connsiteY3" fmla="*/ 3294164 h 3571042"/>
              <a:gd name="connsiteX4" fmla="*/ 2915021 w 4661476"/>
              <a:gd name="connsiteY4" fmla="*/ 3514982 h 3571042"/>
              <a:gd name="connsiteX5" fmla="*/ 1976164 w 4661476"/>
              <a:gd name="connsiteY5" fmla="*/ 3570130 h 3571042"/>
              <a:gd name="connsiteX6" fmla="*/ 557306 w 4661476"/>
              <a:gd name="connsiteY6" fmla="*/ 3198192 h 3571042"/>
              <a:gd name="connsiteX7" fmla="*/ 64393 w 4661476"/>
              <a:gd name="connsiteY7" fmla="*/ 1 h 357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1476" h="3571042">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2">
            <a:extLst>
              <a:ext uri="{FF2B5EF4-FFF2-40B4-BE49-F238E27FC236}">
                <a16:creationId xmlns:a16="http://schemas.microsoft.com/office/drawing/2014/main" id="{1424B7C7-4D96-C302-F15D-838BBA879275}"/>
              </a:ext>
            </a:extLst>
          </p:cNvPr>
          <p:cNvSpPr/>
          <p:nvPr/>
        </p:nvSpPr>
        <p:spPr>
          <a:xfrm rot="19965887">
            <a:off x="567663" y="1804783"/>
            <a:ext cx="2000082" cy="1803398"/>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0">
            <a:extLst>
              <a:ext uri="{FF2B5EF4-FFF2-40B4-BE49-F238E27FC236}">
                <a16:creationId xmlns:a16="http://schemas.microsoft.com/office/drawing/2014/main" id="{C5787402-CD40-9AD5-FD38-9B36D34D43CF}"/>
              </a:ext>
            </a:extLst>
          </p:cNvPr>
          <p:cNvSpPr/>
          <p:nvPr/>
        </p:nvSpPr>
        <p:spPr>
          <a:xfrm rot="11287850">
            <a:off x="479595" y="4629804"/>
            <a:ext cx="975445" cy="217297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E332E53C-C30B-5642-0C44-B8FA76323A08}"/>
              </a:ext>
            </a:extLst>
          </p:cNvPr>
          <p:cNvSpPr/>
          <p:nvPr/>
        </p:nvSpPr>
        <p:spPr>
          <a:xfrm rot="15264538">
            <a:off x="1574223" y="3234587"/>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E7C1F39-DD1E-4113-073E-277138779273}"/>
              </a:ext>
            </a:extLst>
          </p:cNvPr>
          <p:cNvGrpSpPr/>
          <p:nvPr/>
        </p:nvGrpSpPr>
        <p:grpSpPr>
          <a:xfrm>
            <a:off x="2124649" y="5786831"/>
            <a:ext cx="694344" cy="372197"/>
            <a:chOff x="5447388" y="3100610"/>
            <a:chExt cx="1500891" cy="804540"/>
          </a:xfrm>
        </p:grpSpPr>
        <p:sp>
          <p:nvSpPr>
            <p:cNvPr id="12" name="Oval 11">
              <a:extLst>
                <a:ext uri="{FF2B5EF4-FFF2-40B4-BE49-F238E27FC236}">
                  <a16:creationId xmlns:a16="http://schemas.microsoft.com/office/drawing/2014/main" id="{1CF7F074-8ECF-C7D4-BF80-5A3C1855064D}"/>
                </a:ext>
              </a:extLst>
            </p:cNvPr>
            <p:cNvSpPr/>
            <p:nvPr/>
          </p:nvSpPr>
          <p:spPr>
            <a:xfrm>
              <a:off x="5447388" y="3266522"/>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2">
              <a:extLst>
                <a:ext uri="{FF2B5EF4-FFF2-40B4-BE49-F238E27FC236}">
                  <a16:creationId xmlns:a16="http://schemas.microsoft.com/office/drawing/2014/main" id="{0094DC20-25F6-CAE9-A211-905A09B64FFD}"/>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DB8B80F1-9B87-C741-3FC6-E401AAFF1E35}"/>
                </a:ext>
              </a:extLst>
            </p:cNvPr>
            <p:cNvSpPr/>
            <p:nvPr/>
          </p:nvSpPr>
          <p:spPr>
            <a:xfrm>
              <a:off x="6406985" y="3100610"/>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4">
              <a:extLst>
                <a:ext uri="{FF2B5EF4-FFF2-40B4-BE49-F238E27FC236}">
                  <a16:creationId xmlns:a16="http://schemas.microsoft.com/office/drawing/2014/main" id="{8D62373B-5B38-7699-B61A-AFCE7556FF5A}"/>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25">
              <a:extLst>
                <a:ext uri="{FF2B5EF4-FFF2-40B4-BE49-F238E27FC236}">
                  <a16:creationId xmlns:a16="http://schemas.microsoft.com/office/drawing/2014/main" id="{51BEFA82-A7D0-74DB-7543-5621532E8ED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3EE302B7-86D6-4E84-71E2-DE040EE1C12A}"/>
              </a:ext>
            </a:extLst>
          </p:cNvPr>
          <p:cNvGrpSpPr/>
          <p:nvPr/>
        </p:nvGrpSpPr>
        <p:grpSpPr>
          <a:xfrm rot="10991591" flipH="1">
            <a:off x="1327081" y="2606090"/>
            <a:ext cx="707560" cy="303275"/>
            <a:chOff x="9017281" y="2382447"/>
            <a:chExt cx="707560" cy="303275"/>
          </a:xfrm>
        </p:grpSpPr>
        <p:sp>
          <p:nvSpPr>
            <p:cNvPr id="18" name="Oval 17">
              <a:extLst>
                <a:ext uri="{FF2B5EF4-FFF2-40B4-BE49-F238E27FC236}">
                  <a16:creationId xmlns:a16="http://schemas.microsoft.com/office/drawing/2014/main" id="{6D0B3CCD-C0BF-3FB5-D6C7-3B8B3B3AF442}"/>
                </a:ext>
              </a:extLst>
            </p:cNvPr>
            <p:cNvSpPr/>
            <p:nvPr/>
          </p:nvSpPr>
          <p:spPr>
            <a:xfrm rot="11328795" flipH="1" flipV="1">
              <a:off x="9017281" y="2390279"/>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8">
              <a:extLst>
                <a:ext uri="{FF2B5EF4-FFF2-40B4-BE49-F238E27FC236}">
                  <a16:creationId xmlns:a16="http://schemas.microsoft.com/office/drawing/2014/main" id="{C4C51C94-0A97-BC2F-B922-BEF6E3902CEB}"/>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07045480-442E-EAAD-4BF6-63B4048B3C6E}"/>
                </a:ext>
              </a:extLst>
            </p:cNvPr>
            <p:cNvSpPr/>
            <p:nvPr/>
          </p:nvSpPr>
          <p:spPr>
            <a:xfrm rot="11328795" flipH="1" flipV="1">
              <a:off x="9467729" y="2382447"/>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30">
              <a:extLst>
                <a:ext uri="{FF2B5EF4-FFF2-40B4-BE49-F238E27FC236}">
                  <a16:creationId xmlns:a16="http://schemas.microsoft.com/office/drawing/2014/main" id="{D5357494-165D-1677-CD4F-53F6F4B919A6}"/>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31">
            <a:extLst>
              <a:ext uri="{FF2B5EF4-FFF2-40B4-BE49-F238E27FC236}">
                <a16:creationId xmlns:a16="http://schemas.microsoft.com/office/drawing/2014/main" id="{B1773356-1EEA-0DC4-82B7-D69707B0DD32}"/>
              </a:ext>
            </a:extLst>
          </p:cNvPr>
          <p:cNvSpPr/>
          <p:nvPr userDrawn="1"/>
        </p:nvSpPr>
        <p:spPr>
          <a:xfrm rot="11328795" flipH="1" flipV="1">
            <a:off x="1634081" y="29836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Tree>
    <p:extLst>
      <p:ext uri="{BB962C8B-B14F-4D97-AF65-F5344CB8AC3E}">
        <p14:creationId xmlns:p14="http://schemas.microsoft.com/office/powerpoint/2010/main" val="340790075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8672591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3901100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F484405-6C7A-E60E-D5CF-EF717AA2D775}"/>
              </a:ext>
            </a:extLst>
          </p:cNvPr>
          <p:cNvSpPr/>
          <p:nvPr/>
        </p:nvSpPr>
        <p:spPr>
          <a:xfrm rot="968660" flipH="1" flipV="1">
            <a:off x="66210" y="50848"/>
            <a:ext cx="12708923" cy="5633014"/>
          </a:xfrm>
          <a:custGeom>
            <a:avLst/>
            <a:gdLst>
              <a:gd name="connsiteX0" fmla="*/ 8493809 w 12708923"/>
              <a:gd name="connsiteY0" fmla="*/ 5182296 h 5633014"/>
              <a:gd name="connsiteX1" fmla="*/ 6936782 w 12708923"/>
              <a:gd name="connsiteY1" fmla="*/ 5633014 h 5633014"/>
              <a:gd name="connsiteX2" fmla="*/ 6806737 w 12708923"/>
              <a:gd name="connsiteY2" fmla="*/ 5468563 h 5633014"/>
              <a:gd name="connsiteX3" fmla="*/ 6286356 w 12708923"/>
              <a:gd name="connsiteY3" fmla="*/ 4559771 h 5633014"/>
              <a:gd name="connsiteX4" fmla="*/ 6351049 w 12708923"/>
              <a:gd name="connsiteY4" fmla="*/ 2638685 h 5633014"/>
              <a:gd name="connsiteX5" fmla="*/ 6484589 w 12708923"/>
              <a:gd name="connsiteY5" fmla="*/ 2344774 h 5633014"/>
              <a:gd name="connsiteX6" fmla="*/ 6486236 w 12708923"/>
              <a:gd name="connsiteY6" fmla="*/ 2341768 h 5633014"/>
              <a:gd name="connsiteX7" fmla="*/ 6295801 w 12708923"/>
              <a:gd name="connsiteY7" fmla="*/ 2558036 h 5633014"/>
              <a:gd name="connsiteX8" fmla="*/ 4996641 w 12708923"/>
              <a:gd name="connsiteY8" fmla="*/ 3522488 h 5633014"/>
              <a:gd name="connsiteX9" fmla="*/ 1755903 w 12708923"/>
              <a:gd name="connsiteY9" fmla="*/ 3321467 h 5633014"/>
              <a:gd name="connsiteX10" fmla="*/ 341689 w 12708923"/>
              <a:gd name="connsiteY10" fmla="*/ 1564029 h 5633014"/>
              <a:gd name="connsiteX11" fmla="*/ 38329 w 12708923"/>
              <a:gd name="connsiteY11" fmla="*/ 617796 h 5633014"/>
              <a:gd name="connsiteX12" fmla="*/ 0 w 12708923"/>
              <a:gd name="connsiteY12" fmla="*/ 501476 h 5633014"/>
              <a:gd name="connsiteX13" fmla="*/ 1200521 w 12708923"/>
              <a:gd name="connsiteY13" fmla="*/ 153957 h 5633014"/>
              <a:gd name="connsiteX14" fmla="*/ 1696947 w 12708923"/>
              <a:gd name="connsiteY14" fmla="*/ 139509 h 5633014"/>
              <a:gd name="connsiteX15" fmla="*/ 7170680 w 12708923"/>
              <a:gd name="connsiteY15" fmla="*/ 186960 h 5633014"/>
              <a:gd name="connsiteX16" fmla="*/ 6915841 w 12708923"/>
              <a:gd name="connsiteY16" fmla="*/ 1624595 h 5633014"/>
              <a:gd name="connsiteX17" fmla="*/ 6882071 w 12708923"/>
              <a:gd name="connsiteY17" fmla="*/ 1720315 h 5633014"/>
              <a:gd name="connsiteX18" fmla="*/ 6926961 w 12708923"/>
              <a:gd name="connsiteY18" fmla="*/ 1659818 h 5633014"/>
              <a:gd name="connsiteX19" fmla="*/ 8986392 w 12708923"/>
              <a:gd name="connsiteY19" fmla="*/ 191287 h 5633014"/>
              <a:gd name="connsiteX20" fmla="*/ 12708923 w 12708923"/>
              <a:gd name="connsiteY20" fmla="*/ 1329451 h 5633014"/>
              <a:gd name="connsiteX21" fmla="*/ 11551315 w 12708923"/>
              <a:gd name="connsiteY21" fmla="*/ 2444351 h 5633014"/>
              <a:gd name="connsiteX22" fmla="*/ 10608097 w 12708923"/>
              <a:gd name="connsiteY22" fmla="*/ 1801280 h 5633014"/>
              <a:gd name="connsiteX23" fmla="*/ 9516657 w 12708923"/>
              <a:gd name="connsiteY23" fmla="*/ 1844412 h 5633014"/>
              <a:gd name="connsiteX24" fmla="*/ 8147265 w 12708923"/>
              <a:gd name="connsiteY24" fmla="*/ 3063993 h 5633014"/>
              <a:gd name="connsiteX25" fmla="*/ 8190803 w 12708923"/>
              <a:gd name="connsiteY25" fmla="*/ 4735422 h 563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708923" h="5633014">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tx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tx2"/>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40969153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C85FFC0-C72F-F900-5CFF-B84179718FA0}"/>
              </a:ext>
            </a:extLst>
          </p:cNvPr>
          <p:cNvSpPr/>
          <p:nvPr/>
        </p:nvSpPr>
        <p:spPr>
          <a:xfrm rot="2224783">
            <a:off x="3460161" y="6163445"/>
            <a:ext cx="1518870" cy="701868"/>
          </a:xfrm>
          <a:custGeom>
            <a:avLst/>
            <a:gdLst>
              <a:gd name="connsiteX0" fmla="*/ 0 w 1518870"/>
              <a:gd name="connsiteY0" fmla="*/ 37648 h 701868"/>
              <a:gd name="connsiteX1" fmla="*/ 303252 w 1518870"/>
              <a:gd name="connsiteY1" fmla="*/ 0 h 701868"/>
              <a:gd name="connsiteX2" fmla="*/ 312983 w 1518870"/>
              <a:gd name="connsiteY2" fmla="*/ 64029 h 701868"/>
              <a:gd name="connsiteX3" fmla="*/ 569092 w 1518870"/>
              <a:gd name="connsiteY3" fmla="*/ 344065 h 701868"/>
              <a:gd name="connsiteX4" fmla="*/ 945952 w 1518870"/>
              <a:gd name="connsiteY4" fmla="*/ 345461 h 701868"/>
              <a:gd name="connsiteX5" fmla="*/ 1122743 w 1518870"/>
              <a:gd name="connsiteY5" fmla="*/ 215368 h 701868"/>
              <a:gd name="connsiteX6" fmla="*/ 1167260 w 1518870"/>
              <a:gd name="connsiteY6" fmla="*/ 10709 h 701868"/>
              <a:gd name="connsiteX7" fmla="*/ 1518870 w 1518870"/>
              <a:gd name="connsiteY7" fmla="*/ 17669 h 701868"/>
              <a:gd name="connsiteX8" fmla="*/ 1468399 w 1518870"/>
              <a:gd name="connsiteY8" fmla="*/ 228933 h 701868"/>
              <a:gd name="connsiteX9" fmla="*/ 1457666 w 1518870"/>
              <a:gd name="connsiteY9" fmla="*/ 253966 h 701868"/>
              <a:gd name="connsiteX10" fmla="*/ 875969 w 1518870"/>
              <a:gd name="connsiteY10" fmla="*/ 693577 h 701868"/>
              <a:gd name="connsiteX11" fmla="*/ 791461 w 1518870"/>
              <a:gd name="connsiteY11" fmla="*/ 701224 h 701868"/>
              <a:gd name="connsiteX12" fmla="*/ 368779 w 1518870"/>
              <a:gd name="connsiteY12" fmla="*/ 625445 h 701868"/>
              <a:gd name="connsiteX13" fmla="*/ 61659 w 1518870"/>
              <a:gd name="connsiteY13" fmla="*/ 265426 h 701868"/>
              <a:gd name="connsiteX14" fmla="*/ 0 w 1518870"/>
              <a:gd name="connsiteY14" fmla="*/ 37648 h 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8870" h="701868">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Star: 7 Points 2">
            <a:extLst>
              <a:ext uri="{FF2B5EF4-FFF2-40B4-BE49-F238E27FC236}">
                <a16:creationId xmlns:a16="http://schemas.microsoft.com/office/drawing/2014/main" id="{5C79B494-291B-B728-22C2-A04C8813E221}"/>
              </a:ext>
            </a:extLst>
          </p:cNvPr>
          <p:cNvSpPr/>
          <p:nvPr/>
        </p:nvSpPr>
        <p:spPr>
          <a:xfrm rot="21274765">
            <a:off x="331639" y="5073968"/>
            <a:ext cx="1519655" cy="144205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1EDA6F9-D626-7F1E-9068-182DE158B879}"/>
              </a:ext>
            </a:extLst>
          </p:cNvPr>
          <p:cNvSpPr/>
          <p:nvPr/>
        </p:nvSpPr>
        <p:spPr>
          <a:xfrm rot="1467941">
            <a:off x="8623787" y="5673711"/>
            <a:ext cx="617481" cy="1365896"/>
          </a:xfrm>
          <a:custGeom>
            <a:avLst/>
            <a:gdLst>
              <a:gd name="connsiteX0" fmla="*/ 2202 w 617481"/>
              <a:gd name="connsiteY0" fmla="*/ 0 h 1365896"/>
              <a:gd name="connsiteX1" fmla="*/ 615043 w 617481"/>
              <a:gd name="connsiteY1" fmla="*/ 2920 h 1365896"/>
              <a:gd name="connsiteX2" fmla="*/ 613971 w 617481"/>
              <a:gd name="connsiteY2" fmla="*/ 871557 h 1365896"/>
              <a:gd name="connsiteX3" fmla="*/ 613818 w 617481"/>
              <a:gd name="connsiteY3" fmla="*/ 1094934 h 1365896"/>
              <a:gd name="connsiteX4" fmla="*/ 18300 w 617481"/>
              <a:gd name="connsiteY4" fmla="*/ 1365896 h 1365896"/>
              <a:gd name="connsiteX5" fmla="*/ 17300 w 617481"/>
              <a:gd name="connsiteY5" fmla="*/ 1331318 h 1365896"/>
              <a:gd name="connsiteX6" fmla="*/ 5567 w 617481"/>
              <a:gd name="connsiteY6" fmla="*/ 610848 h 1365896"/>
              <a:gd name="connsiteX7" fmla="*/ 2202 w 617481"/>
              <a:gd name="connsiteY7" fmla="*/ 0 h 13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481" h="1365896">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8" name="Isosceles Triangle 2">
            <a:extLst>
              <a:ext uri="{FF2B5EF4-FFF2-40B4-BE49-F238E27FC236}">
                <a16:creationId xmlns:a16="http://schemas.microsoft.com/office/drawing/2014/main" id="{A5863C22-1CC1-75C0-6215-0F40FA296272}"/>
              </a:ext>
            </a:extLst>
          </p:cNvPr>
          <p:cNvSpPr/>
          <p:nvPr/>
        </p:nvSpPr>
        <p:spPr>
          <a:xfrm rot="1025276">
            <a:off x="1497091" y="3148569"/>
            <a:ext cx="1266102" cy="1141596"/>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7 Points 2">
            <a:extLst>
              <a:ext uri="{FF2B5EF4-FFF2-40B4-BE49-F238E27FC236}">
                <a16:creationId xmlns:a16="http://schemas.microsoft.com/office/drawing/2014/main" id="{0E2B8178-BE8F-880E-D752-724082F4161B}"/>
              </a:ext>
            </a:extLst>
          </p:cNvPr>
          <p:cNvSpPr/>
          <p:nvPr/>
        </p:nvSpPr>
        <p:spPr>
          <a:xfrm rot="15264538">
            <a:off x="10090562" y="3888117"/>
            <a:ext cx="1231246" cy="124049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AD7C05-D49D-B531-DDC8-D946DE455494}"/>
              </a:ext>
            </a:extLst>
          </p:cNvPr>
          <p:cNvSpPr/>
          <p:nvPr/>
        </p:nvSpPr>
        <p:spPr>
          <a:xfrm rot="1588828">
            <a:off x="2210220" y="500078"/>
            <a:ext cx="1421719" cy="6936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7">
            <a:extLst>
              <a:ext uri="{FF2B5EF4-FFF2-40B4-BE49-F238E27FC236}">
                <a16:creationId xmlns:a16="http://schemas.microsoft.com/office/drawing/2014/main" id="{5C559778-C467-990D-8502-F365F2214034}"/>
              </a:ext>
            </a:extLst>
          </p:cNvPr>
          <p:cNvSpPr/>
          <p:nvPr/>
        </p:nvSpPr>
        <p:spPr>
          <a:xfrm rot="18749635" flipH="1">
            <a:off x="10246917" y="837086"/>
            <a:ext cx="1186677" cy="1024181"/>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5854958E-645E-B6CF-370B-2EDD2064B066}"/>
              </a:ext>
            </a:extLst>
          </p:cNvPr>
          <p:cNvSpPr/>
          <p:nvPr/>
        </p:nvSpPr>
        <p:spPr>
          <a:xfrm rot="2913124">
            <a:off x="-144485" y="1340695"/>
            <a:ext cx="1103812" cy="1086017"/>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FEED3D5A-A101-980D-FA2C-40E1FD3410BE}"/>
              </a:ext>
            </a:extLst>
          </p:cNvPr>
          <p:cNvSpPr/>
          <p:nvPr/>
        </p:nvSpPr>
        <p:spPr>
          <a:xfrm rot="10281995">
            <a:off x="7991797" y="51988"/>
            <a:ext cx="976375" cy="91078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4525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9CF005CF-205E-3608-F581-10406FA6EC17}"/>
              </a:ext>
            </a:extLst>
          </p:cNvPr>
          <p:cNvSpPr/>
          <p:nvPr/>
        </p:nvSpPr>
        <p:spPr>
          <a:xfrm rot="2011926">
            <a:off x="8444242" y="5591564"/>
            <a:ext cx="1034517" cy="1675605"/>
          </a:xfrm>
          <a:custGeom>
            <a:avLst/>
            <a:gdLst>
              <a:gd name="connsiteX0" fmla="*/ 3689 w 1034517"/>
              <a:gd name="connsiteY0" fmla="*/ 0 h 1675605"/>
              <a:gd name="connsiteX1" fmla="*/ 1030432 w 1034517"/>
              <a:gd name="connsiteY1" fmla="*/ 3677 h 1675605"/>
              <a:gd name="connsiteX2" fmla="*/ 1027730 w 1034517"/>
              <a:gd name="connsiteY2" fmla="*/ 963081 h 1675605"/>
              <a:gd name="connsiteX3" fmla="*/ 1027878 w 1034517"/>
              <a:gd name="connsiteY3" fmla="*/ 1013630 h 1675605"/>
              <a:gd name="connsiteX4" fmla="*/ 28960 w 1034517"/>
              <a:gd name="connsiteY4" fmla="*/ 1675605 h 1675605"/>
              <a:gd name="connsiteX5" fmla="*/ 22225 w 1034517"/>
              <a:gd name="connsiteY5" fmla="*/ 1420730 h 1675605"/>
              <a:gd name="connsiteX6" fmla="*/ 9327 w 1034517"/>
              <a:gd name="connsiteY6" fmla="*/ 769240 h 1675605"/>
              <a:gd name="connsiteX7" fmla="*/ 3689 w 1034517"/>
              <a:gd name="connsiteY7" fmla="*/ 0 h 167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517" h="1675605">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9B99026-428B-6924-9AE4-8C05B0563881}"/>
              </a:ext>
            </a:extLst>
          </p:cNvPr>
          <p:cNvSpPr/>
          <p:nvPr/>
        </p:nvSpPr>
        <p:spPr>
          <a:xfrm rot="2913124">
            <a:off x="2682275" y="5364442"/>
            <a:ext cx="1717203" cy="1697039"/>
          </a:xfrm>
          <a:custGeom>
            <a:avLst/>
            <a:gdLst>
              <a:gd name="connsiteX0" fmla="*/ 299160 w 1717203"/>
              <a:gd name="connsiteY0" fmla="*/ 205772 h 1697039"/>
              <a:gd name="connsiteX1" fmla="*/ 794372 w 1717203"/>
              <a:gd name="connsiteY1" fmla="*/ 213 h 1697039"/>
              <a:gd name="connsiteX2" fmla="*/ 1481443 w 1717203"/>
              <a:gd name="connsiteY2" fmla="*/ 228650 h 1697039"/>
              <a:gd name="connsiteX3" fmla="*/ 1713706 w 1717203"/>
              <a:gd name="connsiteY3" fmla="*/ 766609 h 1697039"/>
              <a:gd name="connsiteX4" fmla="*/ 1717203 w 1717203"/>
              <a:gd name="connsiteY4" fmla="*/ 850736 h 1697039"/>
              <a:gd name="connsiteX5" fmla="*/ 993858 w 1717203"/>
              <a:gd name="connsiteY5" fmla="*/ 1669827 h 1697039"/>
              <a:gd name="connsiteX6" fmla="*/ 934806 w 1717203"/>
              <a:gd name="connsiteY6" fmla="*/ 1684818 h 1697039"/>
              <a:gd name="connsiteX7" fmla="*/ 706772 w 1717203"/>
              <a:gd name="connsiteY7" fmla="*/ 1689826 h 1697039"/>
              <a:gd name="connsiteX8" fmla="*/ 6695 w 1717203"/>
              <a:gd name="connsiteY8" fmla="*/ 913575 h 1697039"/>
              <a:gd name="connsiteX9" fmla="*/ 255062 w 1717203"/>
              <a:gd name="connsiteY9" fmla="*/ 259118 h 1697039"/>
              <a:gd name="connsiteX10" fmla="*/ 299160 w 1717203"/>
              <a:gd name="connsiteY10" fmla="*/ 205772 h 16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7203" h="1697039">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1" name="Isosceles Triangle 2">
            <a:extLst>
              <a:ext uri="{FF2B5EF4-FFF2-40B4-BE49-F238E27FC236}">
                <a16:creationId xmlns:a16="http://schemas.microsoft.com/office/drawing/2014/main" id="{F3801517-0438-91C0-DC4F-9185AEDDBD2E}"/>
              </a:ext>
            </a:extLst>
          </p:cNvPr>
          <p:cNvSpPr/>
          <p:nvPr/>
        </p:nvSpPr>
        <p:spPr>
          <a:xfrm rot="451832">
            <a:off x="889855" y="1922711"/>
            <a:ext cx="1860149" cy="1677021"/>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 name="connsiteX0" fmla="*/ 0 w 1262004"/>
              <a:gd name="connsiteY0" fmla="*/ 1006208 h 1137762"/>
              <a:gd name="connsiteX1" fmla="*/ 622138 w 1262004"/>
              <a:gd name="connsiteY1" fmla="*/ 83701 h 1137762"/>
              <a:gd name="connsiteX2" fmla="*/ 763837 w 1262004"/>
              <a:gd name="connsiteY2" fmla="*/ 85866 h 1137762"/>
              <a:gd name="connsiteX3" fmla="*/ 1217518 w 1262004"/>
              <a:gd name="connsiteY3" fmla="*/ 1005533 h 1137762"/>
              <a:gd name="connsiteX4" fmla="*/ 1255895 w 1262004"/>
              <a:gd name="connsiteY4" fmla="*/ 1136587 h 1137762"/>
              <a:gd name="connsiteX5" fmla="*/ 0 w 1262004"/>
              <a:gd name="connsiteY5" fmla="*/ 1006208 h 113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762">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7 Points 2">
            <a:extLst>
              <a:ext uri="{FF2B5EF4-FFF2-40B4-BE49-F238E27FC236}">
                <a16:creationId xmlns:a16="http://schemas.microsoft.com/office/drawing/2014/main" id="{8B17EF5E-106A-365E-16C3-D138375CA313}"/>
              </a:ext>
            </a:extLst>
          </p:cNvPr>
          <p:cNvSpPr/>
          <p:nvPr/>
        </p:nvSpPr>
        <p:spPr>
          <a:xfrm rot="15264538">
            <a:off x="9707164" y="2759530"/>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0AAB5A3-76EE-DC42-7343-4B94AE43765A}"/>
              </a:ext>
            </a:extLst>
          </p:cNvPr>
          <p:cNvSpPr/>
          <p:nvPr/>
        </p:nvSpPr>
        <p:spPr>
          <a:xfrm rot="1588828">
            <a:off x="1908058" y="83474"/>
            <a:ext cx="2147316" cy="1093247"/>
          </a:xfrm>
          <a:custGeom>
            <a:avLst/>
            <a:gdLst>
              <a:gd name="connsiteX0" fmla="*/ 0 w 2147316"/>
              <a:gd name="connsiteY0" fmla="*/ 381534 h 1093247"/>
              <a:gd name="connsiteX1" fmla="*/ 765892 w 2147316"/>
              <a:gd name="connsiteY1" fmla="*/ 0 h 1093247"/>
              <a:gd name="connsiteX2" fmla="*/ 1016583 w 2147316"/>
              <a:gd name="connsiteY2" fmla="*/ 1225 h 1093247"/>
              <a:gd name="connsiteX3" fmla="*/ 2138294 w 2147316"/>
              <a:gd name="connsiteY3" fmla="*/ 21391 h 1093247"/>
              <a:gd name="connsiteX4" fmla="*/ 2060364 w 2147316"/>
              <a:gd name="connsiteY4" fmla="*/ 514248 h 1093247"/>
              <a:gd name="connsiteX5" fmla="*/ 1411873 w 2147316"/>
              <a:gd name="connsiteY5" fmla="*/ 1071370 h 1093247"/>
              <a:gd name="connsiteX6" fmla="*/ 461413 w 2147316"/>
              <a:gd name="connsiteY6" fmla="*/ 987933 h 1093247"/>
              <a:gd name="connsiteX7" fmla="*/ 15866 w 2147316"/>
              <a:gd name="connsiteY7" fmla="*/ 411100 h 109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16" h="1093247">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F7D62F9E-954A-F498-C3B8-806843BFACC1}"/>
              </a:ext>
            </a:extLst>
          </p:cNvPr>
          <p:cNvSpPr/>
          <p:nvPr/>
        </p:nvSpPr>
        <p:spPr>
          <a:xfrm rot="18923913" flipH="1">
            <a:off x="8932605" y="-272143"/>
            <a:ext cx="1708393" cy="1617915"/>
          </a:xfrm>
          <a:custGeom>
            <a:avLst/>
            <a:gdLst>
              <a:gd name="connsiteX0" fmla="*/ 458444 w 1708393"/>
              <a:gd name="connsiteY0" fmla="*/ 445297 h 1617915"/>
              <a:gd name="connsiteX1" fmla="*/ 0 w 1708393"/>
              <a:gd name="connsiteY1" fmla="*/ 897408 h 1617915"/>
              <a:gd name="connsiteX2" fmla="*/ 32484 w 1708393"/>
              <a:gd name="connsiteY2" fmla="*/ 1019322 h 1617915"/>
              <a:gd name="connsiteX3" fmla="*/ 114482 w 1708393"/>
              <a:gd name="connsiteY3" fmla="*/ 1281679 h 1617915"/>
              <a:gd name="connsiteX4" fmla="*/ 401112 w 1708393"/>
              <a:gd name="connsiteY4" fmla="*/ 1542836 h 1617915"/>
              <a:gd name="connsiteX5" fmla="*/ 920514 w 1708393"/>
              <a:gd name="connsiteY5" fmla="*/ 1617771 h 1617915"/>
              <a:gd name="connsiteX6" fmla="*/ 1469173 w 1708393"/>
              <a:gd name="connsiteY6" fmla="*/ 1445032 h 1617915"/>
              <a:gd name="connsiteX7" fmla="*/ 1687783 w 1708393"/>
              <a:gd name="connsiteY7" fmla="*/ 75197 h 1617915"/>
              <a:gd name="connsiteX8" fmla="*/ 1686622 w 1708393"/>
              <a:gd name="connsiteY8" fmla="*/ 0 h 1617915"/>
              <a:gd name="connsiteX9" fmla="*/ 1176080 w 1708393"/>
              <a:gd name="connsiteY9" fmla="*/ 0 h 1617915"/>
              <a:gd name="connsiteX10" fmla="*/ 1209541 w 1708393"/>
              <a:gd name="connsiteY10" fmla="*/ 442274 h 1617915"/>
              <a:gd name="connsiteX11" fmla="*/ 1159667 w 1708393"/>
              <a:gd name="connsiteY11" fmla="*/ 972905 h 1617915"/>
              <a:gd name="connsiteX12" fmla="*/ 615657 w 1708393"/>
              <a:gd name="connsiteY12" fmla="*/ 956852 h 1617915"/>
              <a:gd name="connsiteX13" fmla="*/ 467832 w 1708393"/>
              <a:gd name="connsiteY13" fmla="*/ 499217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8393" h="1617915">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5C82F90C-89C5-2E98-6405-F3170F2DAE3C}"/>
              </a:ext>
            </a:extLst>
          </p:cNvPr>
          <p:cNvSpPr/>
          <p:nvPr/>
        </p:nvSpPr>
        <p:spPr>
          <a:xfrm rot="16588822">
            <a:off x="-424207" y="4425598"/>
            <a:ext cx="2194164" cy="1521369"/>
          </a:xfrm>
          <a:custGeom>
            <a:avLst/>
            <a:gdLst>
              <a:gd name="connsiteX0" fmla="*/ 2261800 w 2261840"/>
              <a:gd name="connsiteY0" fmla="*/ 406917 h 1568294"/>
              <a:gd name="connsiteX1" fmla="*/ 1712689 w 2261840"/>
              <a:gd name="connsiteY1" fmla="*/ 626077 h 1568294"/>
              <a:gd name="connsiteX2" fmla="*/ 2140288 w 2261840"/>
              <a:gd name="connsiteY2" fmla="*/ 1171730 h 1568294"/>
              <a:gd name="connsiteX3" fmla="*/ 1484629 w 2261840"/>
              <a:gd name="connsiteY3" fmla="*/ 932788 h 1568294"/>
              <a:gd name="connsiteX4" fmla="*/ 1411449 w 2261840"/>
              <a:gd name="connsiteY4" fmla="*/ 1567622 h 1568294"/>
              <a:gd name="connsiteX5" fmla="*/ 1073599 w 2261840"/>
              <a:gd name="connsiteY5" fmla="*/ 1046774 h 1568294"/>
              <a:gd name="connsiteX6" fmla="*/ 484488 w 2261840"/>
              <a:gd name="connsiteY6" fmla="*/ 1380389 h 1568294"/>
              <a:gd name="connsiteX7" fmla="*/ 699196 w 2261840"/>
              <a:gd name="connsiteY7" fmla="*/ 705041 h 1568294"/>
              <a:gd name="connsiteX8" fmla="*/ 0 w 2261840"/>
              <a:gd name="connsiteY8" fmla="*/ 653887 h 1568294"/>
              <a:gd name="connsiteX9" fmla="*/ 714983 w 2261840"/>
              <a:gd name="connsiteY9" fmla="*/ 310486 h 1568294"/>
              <a:gd name="connsiteX10" fmla="*/ 597383 w 2261840"/>
              <a:gd name="connsiteY10" fmla="*/ 178346 h 1568294"/>
              <a:gd name="connsiteX11" fmla="*/ 570720 w 2261840"/>
              <a:gd name="connsiteY11" fmla="*/ 150959 h 1568294"/>
              <a:gd name="connsiteX12" fmla="*/ 1406681 w 2261840"/>
              <a:gd name="connsiteY12" fmla="*/ 56003 h 1568294"/>
              <a:gd name="connsiteX13" fmla="*/ 1409998 w 2261840"/>
              <a:gd name="connsiteY13" fmla="*/ 70006 h 1568294"/>
              <a:gd name="connsiteX14" fmla="*/ 1440462 w 2261840"/>
              <a:gd name="connsiteY14" fmla="*/ 52166 h 1568294"/>
              <a:gd name="connsiteX15" fmla="*/ 1899722 w 2261840"/>
              <a:gd name="connsiteY15" fmla="*/ 0 h 1568294"/>
              <a:gd name="connsiteX16" fmla="*/ 1894052 w 2261840"/>
              <a:gd name="connsiteY16" fmla="*/ 8558 h 1568294"/>
              <a:gd name="connsiteX17" fmla="*/ 1738863 w 2261840"/>
              <a:gd name="connsiteY17" fmla="*/ 255442 h 1568294"/>
              <a:gd name="connsiteX18" fmla="*/ 2261800 w 2261840"/>
              <a:gd name="connsiteY18" fmla="*/ 406917 h 156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840" h="1568294">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oup 17">
            <a:extLst>
              <a:ext uri="{FF2B5EF4-FFF2-40B4-BE49-F238E27FC236}">
                <a16:creationId xmlns:a16="http://schemas.microsoft.com/office/drawing/2014/main" id="{A00DB1FA-E977-E339-6323-760CD892E1CC}"/>
              </a:ext>
            </a:extLst>
          </p:cNvPr>
          <p:cNvGrpSpPr/>
          <p:nvPr/>
        </p:nvGrpSpPr>
        <p:grpSpPr>
          <a:xfrm rot="10991591" flipH="1">
            <a:off x="2847409" y="560672"/>
            <a:ext cx="645011" cy="276465"/>
            <a:chOff x="9017281" y="2382447"/>
            <a:chExt cx="707560" cy="303275"/>
          </a:xfrm>
        </p:grpSpPr>
        <p:sp>
          <p:nvSpPr>
            <p:cNvPr id="19" name="Oval 18">
              <a:extLst>
                <a:ext uri="{FF2B5EF4-FFF2-40B4-BE49-F238E27FC236}">
                  <a16:creationId xmlns:a16="http://schemas.microsoft.com/office/drawing/2014/main" id="{CA64186A-E19A-A8F8-C1F0-6F5D0EFE40F8}"/>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8">
              <a:extLst>
                <a:ext uri="{FF2B5EF4-FFF2-40B4-BE49-F238E27FC236}">
                  <a16:creationId xmlns:a16="http://schemas.microsoft.com/office/drawing/2014/main" id="{719F3AAA-C14D-FA36-350D-2C0FAFAD0148}"/>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E318B54A-AE2D-4A1E-7866-514FD593D1F7}"/>
                </a:ext>
              </a:extLst>
            </p:cNvPr>
            <p:cNvSpPr/>
            <p:nvPr/>
          </p:nvSpPr>
          <p:spPr>
            <a:xfrm rot="11328795" flipH="1" flipV="1">
              <a:off x="9467729" y="238244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30">
              <a:extLst>
                <a:ext uri="{FF2B5EF4-FFF2-40B4-BE49-F238E27FC236}">
                  <a16:creationId xmlns:a16="http://schemas.microsoft.com/office/drawing/2014/main" id="{8850C03A-ADC1-E2FE-A265-3BDB999064BC}"/>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3" name="Group 22">
            <a:extLst>
              <a:ext uri="{FF2B5EF4-FFF2-40B4-BE49-F238E27FC236}">
                <a16:creationId xmlns:a16="http://schemas.microsoft.com/office/drawing/2014/main" id="{E03BD0DC-98EE-B07B-8868-4135557553B5}"/>
              </a:ext>
            </a:extLst>
          </p:cNvPr>
          <p:cNvGrpSpPr/>
          <p:nvPr/>
        </p:nvGrpSpPr>
        <p:grpSpPr>
          <a:xfrm flipH="1">
            <a:off x="10431204" y="3517916"/>
            <a:ext cx="604535" cy="324056"/>
            <a:chOff x="5447388" y="3100610"/>
            <a:chExt cx="1500891" cy="804540"/>
          </a:xfrm>
        </p:grpSpPr>
        <p:sp>
          <p:nvSpPr>
            <p:cNvPr id="24" name="Oval 23">
              <a:extLst>
                <a:ext uri="{FF2B5EF4-FFF2-40B4-BE49-F238E27FC236}">
                  <a16:creationId xmlns:a16="http://schemas.microsoft.com/office/drawing/2014/main" id="{FA870E85-9F4C-73A6-0899-B499B4C1D587}"/>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B66156F-54FC-77FF-9C78-29A74755B10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C9847B55-B6EF-0195-AD9D-582E09AEF46B}"/>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88629DC-6A87-AF7E-6114-D79FEE57729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76FB776-4650-C66C-B0D8-85921C869276}"/>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EC38C64-1574-F8B4-E162-918CB4121742}"/>
              </a:ext>
            </a:extLst>
          </p:cNvPr>
          <p:cNvGrpSpPr/>
          <p:nvPr/>
        </p:nvGrpSpPr>
        <p:grpSpPr>
          <a:xfrm rot="624441">
            <a:off x="1552131" y="2769855"/>
            <a:ext cx="409734" cy="334036"/>
            <a:chOff x="7443521" y="1453584"/>
            <a:chExt cx="575806" cy="469427"/>
          </a:xfrm>
        </p:grpSpPr>
        <p:grpSp>
          <p:nvGrpSpPr>
            <p:cNvPr id="30" name="Group 29">
              <a:extLst>
                <a:ext uri="{FF2B5EF4-FFF2-40B4-BE49-F238E27FC236}">
                  <a16:creationId xmlns:a16="http://schemas.microsoft.com/office/drawing/2014/main" id="{87210A82-8323-906F-1B32-2EE6123E27CA}"/>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7F4BEDC8-E15C-E818-191E-05747FD44BD0}"/>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82DD75-5E08-65AF-9782-9564CB100E43}"/>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32122F53-7604-F7D7-11D7-4B0D1317DCA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0FEB2D8-8457-4CFD-BC27-698ABF59D302}"/>
              </a:ext>
            </a:extLst>
          </p:cNvPr>
          <p:cNvGrpSpPr/>
          <p:nvPr/>
        </p:nvGrpSpPr>
        <p:grpSpPr>
          <a:xfrm rot="20964336">
            <a:off x="3386613" y="5837325"/>
            <a:ext cx="537670" cy="501843"/>
            <a:chOff x="4481297" y="5447730"/>
            <a:chExt cx="537670" cy="501843"/>
          </a:xfrm>
        </p:grpSpPr>
        <p:grpSp>
          <p:nvGrpSpPr>
            <p:cNvPr id="35" name="Group 34">
              <a:extLst>
                <a:ext uri="{FF2B5EF4-FFF2-40B4-BE49-F238E27FC236}">
                  <a16:creationId xmlns:a16="http://schemas.microsoft.com/office/drawing/2014/main" id="{6FD58BD9-F577-5B98-047D-10218FD162C0}"/>
                </a:ext>
              </a:extLst>
            </p:cNvPr>
            <p:cNvGrpSpPr/>
            <p:nvPr/>
          </p:nvGrpSpPr>
          <p:grpSpPr>
            <a:xfrm>
              <a:off x="4481297" y="5447730"/>
              <a:ext cx="537670" cy="271689"/>
              <a:chOff x="1162566" y="1754387"/>
              <a:chExt cx="619238" cy="312906"/>
            </a:xfrm>
          </p:grpSpPr>
          <p:sp>
            <p:nvSpPr>
              <p:cNvPr id="37" name="Oval 36">
                <a:extLst>
                  <a:ext uri="{FF2B5EF4-FFF2-40B4-BE49-F238E27FC236}">
                    <a16:creationId xmlns:a16="http://schemas.microsoft.com/office/drawing/2014/main" id="{537B8284-ED29-10DC-D7C0-18CC12231548}"/>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757C033C-CDAB-215A-9CFD-42B79ED5BC28}"/>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9655D9A6-9494-9FBA-D376-D1CED2ED49EC}"/>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C8F8A57-BD5D-44B9-876C-5F2949A92CD3}"/>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Freeform: Shape 35">
              <a:extLst>
                <a:ext uri="{FF2B5EF4-FFF2-40B4-BE49-F238E27FC236}">
                  <a16:creationId xmlns:a16="http://schemas.microsoft.com/office/drawing/2014/main" id="{2042AA7E-8310-5265-FA35-FBB439D2A5C7}"/>
                </a:ext>
              </a:extLst>
            </p:cNvPr>
            <p:cNvSpPr/>
            <p:nvPr/>
          </p:nvSpPr>
          <p:spPr>
            <a:xfrm rot="387385">
              <a:off x="4591430" y="5903854"/>
              <a:ext cx="363347"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202239"/>
                <a:gd name="connsiteY0" fmla="*/ 6914 h 91665"/>
                <a:gd name="connsiteX1" fmla="*/ 107170 w 202239"/>
                <a:gd name="connsiteY1" fmla="*/ 91612 h 91665"/>
                <a:gd name="connsiteX2" fmla="*/ 202239 w 202239"/>
                <a:gd name="connsiteY2" fmla="*/ 0 h 91665"/>
                <a:gd name="connsiteX0" fmla="*/ 0 w 202239"/>
                <a:gd name="connsiteY0" fmla="*/ 6914 h 6914"/>
                <a:gd name="connsiteX1" fmla="*/ 202239 w 202239"/>
                <a:gd name="connsiteY1" fmla="*/ 0 h 6914"/>
                <a:gd name="connsiteX0" fmla="*/ 0 w 8434"/>
                <a:gd name="connsiteY0" fmla="*/ 33765 h 33765"/>
                <a:gd name="connsiteX1" fmla="*/ 8434 w 8434"/>
                <a:gd name="connsiteY1" fmla="*/ 0 h 33765"/>
              </a:gdLst>
              <a:ahLst/>
              <a:cxnLst>
                <a:cxn ang="0">
                  <a:pos x="connsiteX0" y="connsiteY0"/>
                </a:cxn>
                <a:cxn ang="0">
                  <a:pos x="connsiteX1" y="connsiteY1"/>
                </a:cxn>
              </a:cxnLst>
              <a:rect l="l" t="t" r="r" b="b"/>
              <a:pathLst>
                <a:path w="8434" h="33765">
                  <a:moveTo>
                    <a:pt x="0" y="33765"/>
                  </a:moveTo>
                  <a:lnTo>
                    <a:pt x="8434" y="0"/>
                  </a:ln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40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9928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35388" y="770769"/>
            <a:ext cx="5314380"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5388" y="2380036"/>
            <a:ext cx="5314380" cy="330251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538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Freeform: Shape 8">
            <a:extLst>
              <a:ext uri="{FF2B5EF4-FFF2-40B4-BE49-F238E27FC236}">
                <a16:creationId xmlns:a16="http://schemas.microsoft.com/office/drawing/2014/main" id="{42BF2540-84D9-973F-172B-74D931BBA57D}"/>
              </a:ext>
            </a:extLst>
          </p:cNvPr>
          <p:cNvSpPr/>
          <p:nvPr/>
        </p:nvSpPr>
        <p:spPr>
          <a:xfrm rot="9437962" flipH="1" flipV="1">
            <a:off x="2298939" y="3794624"/>
            <a:ext cx="1806472" cy="159727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37E10CE6-E5F7-B29E-865D-6AFF5EE5C784}"/>
              </a:ext>
            </a:extLst>
          </p:cNvPr>
          <p:cNvSpPr/>
          <p:nvPr/>
        </p:nvSpPr>
        <p:spPr>
          <a:xfrm rot="11415393">
            <a:off x="927147" y="5177139"/>
            <a:ext cx="1645244" cy="153471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Star: 7 Points 2">
            <a:extLst>
              <a:ext uri="{FF2B5EF4-FFF2-40B4-BE49-F238E27FC236}">
                <a16:creationId xmlns:a16="http://schemas.microsoft.com/office/drawing/2014/main" id="{BFB8572E-A2A2-BD78-1FC4-A3371936E68D}"/>
              </a:ext>
            </a:extLst>
          </p:cNvPr>
          <p:cNvSpPr/>
          <p:nvPr/>
        </p:nvSpPr>
        <p:spPr>
          <a:xfrm rot="10800000">
            <a:off x="770989" y="2340450"/>
            <a:ext cx="2173849" cy="206283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180846 w 5102527"/>
              <a:gd name="connsiteY3" fmla="*/ 1484330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1A38DC4-EF66-59C1-05E8-A3AAC54BA6E3}"/>
              </a:ext>
            </a:extLst>
          </p:cNvPr>
          <p:cNvGrpSpPr/>
          <p:nvPr/>
        </p:nvGrpSpPr>
        <p:grpSpPr>
          <a:xfrm rot="624441">
            <a:off x="1554384" y="3152416"/>
            <a:ext cx="395498" cy="322431"/>
            <a:chOff x="7443521" y="1453584"/>
            <a:chExt cx="575806" cy="469427"/>
          </a:xfrm>
        </p:grpSpPr>
        <p:grpSp>
          <p:nvGrpSpPr>
            <p:cNvPr id="13" name="Group 12">
              <a:extLst>
                <a:ext uri="{FF2B5EF4-FFF2-40B4-BE49-F238E27FC236}">
                  <a16:creationId xmlns:a16="http://schemas.microsoft.com/office/drawing/2014/main" id="{554DAE39-EB44-1474-EBFE-00AE4654E1EA}"/>
                </a:ext>
              </a:extLst>
            </p:cNvPr>
            <p:cNvGrpSpPr/>
            <p:nvPr/>
          </p:nvGrpSpPr>
          <p:grpSpPr>
            <a:xfrm>
              <a:off x="7443521" y="1453584"/>
              <a:ext cx="575806" cy="245719"/>
              <a:chOff x="7443521" y="1453584"/>
              <a:chExt cx="575806" cy="245719"/>
            </a:xfrm>
          </p:grpSpPr>
          <p:sp>
            <p:nvSpPr>
              <p:cNvPr id="15" name="Oval 14">
                <a:extLst>
                  <a:ext uri="{FF2B5EF4-FFF2-40B4-BE49-F238E27FC236}">
                    <a16:creationId xmlns:a16="http://schemas.microsoft.com/office/drawing/2014/main" id="{EDA4245F-0019-8474-6690-20BC929242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355FC5C-B4C9-C94D-0046-F14316FC0B9D}"/>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Shape 30">
              <a:extLst>
                <a:ext uri="{FF2B5EF4-FFF2-40B4-BE49-F238E27FC236}">
                  <a16:creationId xmlns:a16="http://schemas.microsoft.com/office/drawing/2014/main" id="{0CE2E756-40D1-9ABD-08DE-B64A0C7A48C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17F4DFE-478D-61BC-9E53-8E7CD84DF103}"/>
              </a:ext>
            </a:extLst>
          </p:cNvPr>
          <p:cNvGrpSpPr/>
          <p:nvPr/>
        </p:nvGrpSpPr>
        <p:grpSpPr>
          <a:xfrm>
            <a:off x="1474522" y="5812133"/>
            <a:ext cx="672886" cy="164624"/>
            <a:chOff x="8663598" y="4719110"/>
            <a:chExt cx="672886" cy="164624"/>
          </a:xfrm>
        </p:grpSpPr>
        <p:sp>
          <p:nvSpPr>
            <p:cNvPr id="18" name="Freeform: Shape 25">
              <a:extLst>
                <a:ext uri="{FF2B5EF4-FFF2-40B4-BE49-F238E27FC236}">
                  <a16:creationId xmlns:a16="http://schemas.microsoft.com/office/drawing/2014/main" id="{77F3D104-CD81-FE19-BC45-D1BD8DC091CB}"/>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6">
              <a:extLst>
                <a:ext uri="{FF2B5EF4-FFF2-40B4-BE49-F238E27FC236}">
                  <a16:creationId xmlns:a16="http://schemas.microsoft.com/office/drawing/2014/main" id="{C5EB116A-8368-89D5-CA93-C7F38C42E4A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EB7224F2-A751-1DF0-7DD4-01ACEE3E622B}"/>
              </a:ext>
            </a:extLst>
          </p:cNvPr>
          <p:cNvSpPr/>
          <p:nvPr/>
        </p:nvSpPr>
        <p:spPr>
          <a:xfrm rot="522784" flipH="1">
            <a:off x="1556256" y="6144372"/>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E0FF038-E2F9-97AD-7EBC-AA13AAB390DF}"/>
              </a:ext>
            </a:extLst>
          </p:cNvPr>
          <p:cNvGrpSpPr/>
          <p:nvPr/>
        </p:nvGrpSpPr>
        <p:grpSpPr>
          <a:xfrm rot="21022711">
            <a:off x="2859488" y="4407515"/>
            <a:ext cx="605923" cy="274808"/>
            <a:chOff x="1162566" y="1754387"/>
            <a:chExt cx="689925" cy="312906"/>
          </a:xfrm>
        </p:grpSpPr>
        <p:sp>
          <p:nvSpPr>
            <p:cNvPr id="8" name="Oval 7">
              <a:extLst>
                <a:ext uri="{FF2B5EF4-FFF2-40B4-BE49-F238E27FC236}">
                  <a16:creationId xmlns:a16="http://schemas.microsoft.com/office/drawing/2014/main" id="{211CEB61-89A2-C270-9B5E-13BC6B8325D7}"/>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11">
              <a:extLst>
                <a:ext uri="{FF2B5EF4-FFF2-40B4-BE49-F238E27FC236}">
                  <a16:creationId xmlns:a16="http://schemas.microsoft.com/office/drawing/2014/main" id="{26FA8B24-DB81-36AB-14DE-058FA02C83E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865DD46C-3157-C605-6FE0-4836446E269E}"/>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3">
              <a:extLst>
                <a:ext uri="{FF2B5EF4-FFF2-40B4-BE49-F238E27FC236}">
                  <a16:creationId xmlns:a16="http://schemas.microsoft.com/office/drawing/2014/main" id="{71D5F0C1-7C4B-0FB3-F896-CE6BC415E5C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9" name="Oval 38">
            <a:extLst>
              <a:ext uri="{FF2B5EF4-FFF2-40B4-BE49-F238E27FC236}">
                <a16:creationId xmlns:a16="http://schemas.microsoft.com/office/drawing/2014/main" id="{B492B90A-FAFB-9E8D-A7CE-FEE9903CB1C3}"/>
              </a:ext>
            </a:extLst>
          </p:cNvPr>
          <p:cNvSpPr/>
          <p:nvPr/>
        </p:nvSpPr>
        <p:spPr>
          <a:xfrm rot="15815893" flipH="1">
            <a:off x="3155640" y="4756047"/>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7732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089787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321436" y="779913"/>
            <a:ext cx="6352118"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21436" y="2389180"/>
            <a:ext cx="6352119"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6"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58572B5B-0703-9DFD-97BF-BEC263CF9BDB}"/>
              </a:ext>
            </a:extLst>
          </p:cNvPr>
          <p:cNvSpPr/>
          <p:nvPr/>
        </p:nvSpPr>
        <p:spPr>
          <a:xfrm rot="20893692">
            <a:off x="401440" y="4206858"/>
            <a:ext cx="2245912" cy="10958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7E86DA35-E3AA-AA8C-64E2-DA9C4F30F469}"/>
              </a:ext>
            </a:extLst>
          </p:cNvPr>
          <p:cNvSpPr/>
          <p:nvPr/>
        </p:nvSpPr>
        <p:spPr>
          <a:xfrm rot="10800000" flipH="1">
            <a:off x="998860" y="5240085"/>
            <a:ext cx="1874613" cy="1617915"/>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tar: 7 Points 2">
            <a:extLst>
              <a:ext uri="{FF2B5EF4-FFF2-40B4-BE49-F238E27FC236}">
                <a16:creationId xmlns:a16="http://schemas.microsoft.com/office/drawing/2014/main" id="{16B2034F-88FE-C74C-C03D-90288E4FEBF2}"/>
              </a:ext>
            </a:extLst>
          </p:cNvPr>
          <p:cNvSpPr/>
          <p:nvPr/>
        </p:nvSpPr>
        <p:spPr>
          <a:xfrm rot="20709720">
            <a:off x="977015" y="1929248"/>
            <a:ext cx="2400624" cy="227803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B41A757-EA8B-1AFC-818F-6021608FE0AE}"/>
              </a:ext>
            </a:extLst>
          </p:cNvPr>
          <p:cNvSpPr/>
          <p:nvPr/>
        </p:nvSpPr>
        <p:spPr>
          <a:xfrm>
            <a:off x="1254715" y="4842942"/>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CDA9534-E89F-A835-5C79-3BD16A1561A9}"/>
              </a:ext>
            </a:extLst>
          </p:cNvPr>
          <p:cNvGrpSpPr/>
          <p:nvPr/>
        </p:nvGrpSpPr>
        <p:grpSpPr>
          <a:xfrm>
            <a:off x="1085874" y="4438630"/>
            <a:ext cx="619238" cy="312906"/>
            <a:chOff x="1162566" y="1754387"/>
            <a:chExt cx="619238" cy="312906"/>
          </a:xfrm>
        </p:grpSpPr>
        <p:sp>
          <p:nvSpPr>
            <p:cNvPr id="12" name="Oval 11">
              <a:extLst>
                <a:ext uri="{FF2B5EF4-FFF2-40B4-BE49-F238E27FC236}">
                  <a16:creationId xmlns:a16="http://schemas.microsoft.com/office/drawing/2014/main" id="{F019F08B-7EB8-0B97-4599-C0753F2DCE41}"/>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3A959B5-FAA7-27D2-D412-3346E5E0224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E01310D8-27E1-A1E0-9086-8FC687DD04D6}"/>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6B66788-387D-6738-5861-C385EEA8EB0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34">
            <a:extLst>
              <a:ext uri="{FF2B5EF4-FFF2-40B4-BE49-F238E27FC236}">
                <a16:creationId xmlns:a16="http://schemas.microsoft.com/office/drawing/2014/main" id="{B724F911-02BF-A2FC-1461-29D792D59218}"/>
              </a:ext>
            </a:extLst>
          </p:cNvPr>
          <p:cNvGrpSpPr/>
          <p:nvPr/>
        </p:nvGrpSpPr>
        <p:grpSpPr>
          <a:xfrm>
            <a:off x="1968724" y="3018276"/>
            <a:ext cx="601369" cy="298727"/>
            <a:chOff x="2028358" y="2903756"/>
            <a:chExt cx="601369" cy="298727"/>
          </a:xfrm>
        </p:grpSpPr>
        <p:sp>
          <p:nvSpPr>
            <p:cNvPr id="28" name="Freeform: Shape 25">
              <a:extLst>
                <a:ext uri="{FF2B5EF4-FFF2-40B4-BE49-F238E27FC236}">
                  <a16:creationId xmlns:a16="http://schemas.microsoft.com/office/drawing/2014/main" id="{EC648F97-1CB5-031B-23A8-38F11573BF6D}"/>
                </a:ext>
              </a:extLst>
            </p:cNvPr>
            <p:cNvSpPr/>
            <p:nvPr/>
          </p:nvSpPr>
          <p:spPr>
            <a:xfrm rot="5636109">
              <a:off x="2484868" y="2869982"/>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6">
              <a:extLst>
                <a:ext uri="{FF2B5EF4-FFF2-40B4-BE49-F238E27FC236}">
                  <a16:creationId xmlns:a16="http://schemas.microsoft.com/office/drawing/2014/main" id="{182A2BE2-4910-28CF-642D-F7574877B0A5}"/>
                </a:ext>
              </a:extLst>
            </p:cNvPr>
            <p:cNvSpPr/>
            <p:nvPr/>
          </p:nvSpPr>
          <p:spPr>
            <a:xfrm rot="17418376">
              <a:off x="2062774" y="2869340"/>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7">
              <a:extLst>
                <a:ext uri="{FF2B5EF4-FFF2-40B4-BE49-F238E27FC236}">
                  <a16:creationId xmlns:a16="http://schemas.microsoft.com/office/drawing/2014/main" id="{684217DE-70E9-F4B3-9D01-F8379D8FC11C}"/>
                </a:ext>
              </a:extLst>
            </p:cNvPr>
            <p:cNvSpPr/>
            <p:nvPr/>
          </p:nvSpPr>
          <p:spPr>
            <a:xfrm flipH="1">
              <a:off x="2282315" y="3160087"/>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3196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13" name="Freeform 9">
            <a:extLst>
              <a:ext uri="{FF2B5EF4-FFF2-40B4-BE49-F238E27FC236}">
                <a16:creationId xmlns:a16="http://schemas.microsoft.com/office/drawing/2014/main" id="{BA5C9D05-D700-BC27-ED77-5CC7D1303974}"/>
              </a:ext>
            </a:extLst>
          </p:cNvPr>
          <p:cNvSpPr/>
          <p:nvPr/>
        </p:nvSpPr>
        <p:spPr>
          <a:xfrm rot="11640837" flipH="1">
            <a:off x="9184729" y="5609407"/>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770769"/>
            <a:ext cx="6234847"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380036"/>
            <a:ext cx="6234847"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869102" y="6356350"/>
            <a:ext cx="2066535"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4" name="Freeform: Shape 8">
            <a:extLst>
              <a:ext uri="{FF2B5EF4-FFF2-40B4-BE49-F238E27FC236}">
                <a16:creationId xmlns:a16="http://schemas.microsoft.com/office/drawing/2014/main" id="{2E60EA59-3A97-F71C-39D8-314E3369BE17}"/>
              </a:ext>
            </a:extLst>
          </p:cNvPr>
          <p:cNvSpPr/>
          <p:nvPr/>
        </p:nvSpPr>
        <p:spPr>
          <a:xfrm rot="9437962" flipH="1" flipV="1">
            <a:off x="9433983" y="2144563"/>
            <a:ext cx="1928293" cy="17049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10">
            <a:extLst>
              <a:ext uri="{FF2B5EF4-FFF2-40B4-BE49-F238E27FC236}">
                <a16:creationId xmlns:a16="http://schemas.microsoft.com/office/drawing/2014/main" id="{2CFCC7E1-4F9A-E12F-6550-F6EFEB268732}"/>
              </a:ext>
            </a:extLst>
          </p:cNvPr>
          <p:cNvSpPr/>
          <p:nvPr/>
        </p:nvSpPr>
        <p:spPr>
          <a:xfrm rot="11287850">
            <a:off x="10602412" y="3810256"/>
            <a:ext cx="975445" cy="191946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 name="Group 33">
            <a:extLst>
              <a:ext uri="{FF2B5EF4-FFF2-40B4-BE49-F238E27FC236}">
                <a16:creationId xmlns:a16="http://schemas.microsoft.com/office/drawing/2014/main" id="{DF66EA67-F3BB-FD36-54D8-50869A529826}"/>
              </a:ext>
            </a:extLst>
          </p:cNvPr>
          <p:cNvGrpSpPr/>
          <p:nvPr/>
        </p:nvGrpSpPr>
        <p:grpSpPr>
          <a:xfrm rot="20688335">
            <a:off x="10090858" y="2865059"/>
            <a:ext cx="614543" cy="394516"/>
            <a:chOff x="8663598" y="4719110"/>
            <a:chExt cx="614543" cy="394516"/>
          </a:xfrm>
        </p:grpSpPr>
        <p:sp>
          <p:nvSpPr>
            <p:cNvPr id="35" name="Freeform: Shape 25">
              <a:extLst>
                <a:ext uri="{FF2B5EF4-FFF2-40B4-BE49-F238E27FC236}">
                  <a16:creationId xmlns:a16="http://schemas.microsoft.com/office/drawing/2014/main" id="{BBE2414B-FF3E-1C2F-2E89-A22BC9573D19}"/>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6">
              <a:extLst>
                <a:ext uri="{FF2B5EF4-FFF2-40B4-BE49-F238E27FC236}">
                  <a16:creationId xmlns:a16="http://schemas.microsoft.com/office/drawing/2014/main" id="{E7370B67-CF9B-63CB-4DB3-8CA7ED5A02C7}"/>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7">
              <a:extLst>
                <a:ext uri="{FF2B5EF4-FFF2-40B4-BE49-F238E27FC236}">
                  <a16:creationId xmlns:a16="http://schemas.microsoft.com/office/drawing/2014/main" id="{6B415B78-0ADC-7019-2DD6-52B75ECB22D6}"/>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49192BE-FBFE-A8F3-1FDD-D95A74A83BAF}"/>
              </a:ext>
            </a:extLst>
          </p:cNvPr>
          <p:cNvGrpSpPr/>
          <p:nvPr/>
        </p:nvGrpSpPr>
        <p:grpSpPr>
          <a:xfrm flipH="1">
            <a:off x="10790055" y="4268562"/>
            <a:ext cx="689925" cy="312906"/>
            <a:chOff x="1162566" y="1754387"/>
            <a:chExt cx="689925" cy="312906"/>
          </a:xfrm>
        </p:grpSpPr>
        <p:sp>
          <p:nvSpPr>
            <p:cNvPr id="8" name="Oval 7">
              <a:extLst>
                <a:ext uri="{FF2B5EF4-FFF2-40B4-BE49-F238E27FC236}">
                  <a16:creationId xmlns:a16="http://schemas.microsoft.com/office/drawing/2014/main" id="{C8DD030C-AA6D-E475-B761-8CB9EC5373DE}"/>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1">
              <a:extLst>
                <a:ext uri="{FF2B5EF4-FFF2-40B4-BE49-F238E27FC236}">
                  <a16:creationId xmlns:a16="http://schemas.microsoft.com/office/drawing/2014/main" id="{2A039456-EE9F-6097-1461-DBEAEFD8EE6A}"/>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0E290AEA-B73A-B14B-0627-CE4D96D39431}"/>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3">
              <a:extLst>
                <a:ext uri="{FF2B5EF4-FFF2-40B4-BE49-F238E27FC236}">
                  <a16:creationId xmlns:a16="http://schemas.microsoft.com/office/drawing/2014/main" id="{42CE1DD7-CE29-818F-E1E5-7D990B47EB6B}"/>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2" name="Oval 11">
            <a:extLst>
              <a:ext uri="{FF2B5EF4-FFF2-40B4-BE49-F238E27FC236}">
                <a16:creationId xmlns:a16="http://schemas.microsoft.com/office/drawing/2014/main" id="{E0235B7B-298D-5F02-F440-F9D4354CAE76}"/>
              </a:ext>
            </a:extLst>
          </p:cNvPr>
          <p:cNvSpPr/>
          <p:nvPr/>
        </p:nvSpPr>
        <p:spPr>
          <a:xfrm rot="15815893" flipH="1">
            <a:off x="11047416" y="468403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641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1377692"/>
            <a:ext cx="3831700"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6642" y="1377693"/>
            <a:ext cx="4709838" cy="4547619"/>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12" name="Freeform: Shape 11">
            <a:extLst>
              <a:ext uri="{FF2B5EF4-FFF2-40B4-BE49-F238E27FC236}">
                <a16:creationId xmlns:a16="http://schemas.microsoft.com/office/drawing/2014/main" id="{3DC06D49-91B1-E434-F579-E3FA621D53F0}"/>
              </a:ext>
            </a:extLst>
          </p:cNvPr>
          <p:cNvSpPr/>
          <p:nvPr/>
        </p:nvSpPr>
        <p:spPr>
          <a:xfrm rot="16200000" flipH="1">
            <a:off x="8328343" y="2928941"/>
            <a:ext cx="6858000" cy="1000119"/>
          </a:xfrm>
          <a:custGeom>
            <a:avLst/>
            <a:gdLst>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749548 w 6858000"/>
              <a:gd name="connsiteY4" fmla="*/ 365206 h 1000119"/>
              <a:gd name="connsiteX5" fmla="*/ 6413954 w 6858000"/>
              <a:gd name="connsiteY5" fmla="*/ 431553 h 1000119"/>
              <a:gd name="connsiteX6" fmla="*/ 5396161 w 6858000"/>
              <a:gd name="connsiteY6" fmla="*/ 48872 h 1000119"/>
              <a:gd name="connsiteX7" fmla="*/ 4370981 w 6858000"/>
              <a:gd name="connsiteY7" fmla="*/ 509748 h 1000119"/>
              <a:gd name="connsiteX8" fmla="*/ 3390974 w 6858000"/>
              <a:gd name="connsiteY8" fmla="*/ 107519 h 1000119"/>
              <a:gd name="connsiteX9" fmla="*/ 2368521 w 6858000"/>
              <a:gd name="connsiteY9" fmla="*/ 431722 h 1000119"/>
              <a:gd name="connsiteX10" fmla="*/ 1346512 w 6858000"/>
              <a:gd name="connsiteY10" fmla="*/ 1 h 1000119"/>
              <a:gd name="connsiteX11" fmla="*/ 343918 w 6858000"/>
              <a:gd name="connsiteY11" fmla="*/ 431722 h 1000119"/>
              <a:gd name="connsiteX12" fmla="*/ 11586 w 6858000"/>
              <a:gd name="connsiteY12" fmla="*/ 342095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413954 w 6858000"/>
              <a:gd name="connsiteY4" fmla="*/ 431553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344801 w 6858000"/>
              <a:gd name="connsiteY4" fmla="*/ 362397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1000119">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329387" y="6341919"/>
            <a:ext cx="685800"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47053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7" name="Oval 28">
            <a:extLst>
              <a:ext uri="{FF2B5EF4-FFF2-40B4-BE49-F238E27FC236}">
                <a16:creationId xmlns:a16="http://schemas.microsoft.com/office/drawing/2014/main" id="{AB119740-FBC9-9D07-94CC-1A4C5381FAC7}"/>
              </a:ext>
            </a:extLst>
          </p:cNvPr>
          <p:cNvSpPr/>
          <p:nvPr/>
        </p:nvSpPr>
        <p:spPr>
          <a:xfrm rot="12125087" flipH="1">
            <a:off x="472947" y="4178449"/>
            <a:ext cx="1660343" cy="165340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2018 w 3049381"/>
              <a:gd name="connsiteY0" fmla="*/ 1624714 h 3018036"/>
              <a:gd name="connsiteX1" fmla="*/ 443717 w 3049381"/>
              <a:gd name="connsiteY1" fmla="*/ 460819 h 3018036"/>
              <a:gd name="connsiteX2" fmla="*/ 1402833 w 3049381"/>
              <a:gd name="connsiteY2" fmla="*/ 379 h 3018036"/>
              <a:gd name="connsiteX3" fmla="*/ 2624731 w 3049381"/>
              <a:gd name="connsiteY3" fmla="*/ 406634 h 3018036"/>
              <a:gd name="connsiteX4" fmla="*/ 2925568 w 3049381"/>
              <a:gd name="connsiteY4" fmla="*/ 2092073 h 3018036"/>
              <a:gd name="connsiteX5" fmla="*/ 1247046 w 3049381"/>
              <a:gd name="connsiteY5" fmla="*/ 3005209 h 3018036"/>
              <a:gd name="connsiteX6" fmla="*/ 2018 w 3049381"/>
              <a:gd name="connsiteY6" fmla="*/ 1624714 h 3018036"/>
              <a:gd name="connsiteX0" fmla="*/ 2321 w 3049684"/>
              <a:gd name="connsiteY0" fmla="*/ 1624714 h 3018036"/>
              <a:gd name="connsiteX1" fmla="*/ 444020 w 3049684"/>
              <a:gd name="connsiteY1" fmla="*/ 460819 h 3018036"/>
              <a:gd name="connsiteX2" fmla="*/ 1403136 w 3049684"/>
              <a:gd name="connsiteY2" fmla="*/ 379 h 3018036"/>
              <a:gd name="connsiteX3" fmla="*/ 2625034 w 3049684"/>
              <a:gd name="connsiteY3" fmla="*/ 406634 h 3018036"/>
              <a:gd name="connsiteX4" fmla="*/ 2925871 w 3049684"/>
              <a:gd name="connsiteY4" fmla="*/ 2092073 h 3018036"/>
              <a:gd name="connsiteX5" fmla="*/ 1247349 w 3049684"/>
              <a:gd name="connsiteY5" fmla="*/ 3005209 h 3018036"/>
              <a:gd name="connsiteX6" fmla="*/ 2321 w 3049684"/>
              <a:gd name="connsiteY6" fmla="*/ 1624714 h 3018036"/>
              <a:gd name="connsiteX0" fmla="*/ 26699 w 3074062"/>
              <a:gd name="connsiteY0" fmla="*/ 1624345 h 3017667"/>
              <a:gd name="connsiteX1" fmla="*/ 493692 w 3074062"/>
              <a:gd name="connsiteY1" fmla="*/ 398112 h 3017667"/>
              <a:gd name="connsiteX2" fmla="*/ 1427514 w 3074062"/>
              <a:gd name="connsiteY2" fmla="*/ 10 h 3017667"/>
              <a:gd name="connsiteX3" fmla="*/ 2649412 w 3074062"/>
              <a:gd name="connsiteY3" fmla="*/ 406265 h 3017667"/>
              <a:gd name="connsiteX4" fmla="*/ 2950249 w 3074062"/>
              <a:gd name="connsiteY4" fmla="*/ 2091704 h 3017667"/>
              <a:gd name="connsiteX5" fmla="*/ 1271727 w 3074062"/>
              <a:gd name="connsiteY5" fmla="*/ 3004840 h 3017667"/>
              <a:gd name="connsiteX6" fmla="*/ 26699 w 3074062"/>
              <a:gd name="connsiteY6" fmla="*/ 1624345 h 3017667"/>
              <a:gd name="connsiteX0" fmla="*/ 7481 w 3054844"/>
              <a:gd name="connsiteY0" fmla="*/ 1624345 h 3017667"/>
              <a:gd name="connsiteX1" fmla="*/ 474474 w 3054844"/>
              <a:gd name="connsiteY1" fmla="*/ 398112 h 3017667"/>
              <a:gd name="connsiteX2" fmla="*/ 1408296 w 3054844"/>
              <a:gd name="connsiteY2" fmla="*/ 10 h 3017667"/>
              <a:gd name="connsiteX3" fmla="*/ 2630194 w 3054844"/>
              <a:gd name="connsiteY3" fmla="*/ 406265 h 3017667"/>
              <a:gd name="connsiteX4" fmla="*/ 2931031 w 3054844"/>
              <a:gd name="connsiteY4" fmla="*/ 2091704 h 3017667"/>
              <a:gd name="connsiteX5" fmla="*/ 1252509 w 3054844"/>
              <a:gd name="connsiteY5" fmla="*/ 3004840 h 3017667"/>
              <a:gd name="connsiteX6" fmla="*/ 7481 w 3054844"/>
              <a:gd name="connsiteY6" fmla="*/ 1624345 h 3017667"/>
              <a:gd name="connsiteX0" fmla="*/ 7481 w 3054844"/>
              <a:gd name="connsiteY0" fmla="*/ 1624345 h 3036733"/>
              <a:gd name="connsiteX1" fmla="*/ 474474 w 3054844"/>
              <a:gd name="connsiteY1" fmla="*/ 398112 h 3036733"/>
              <a:gd name="connsiteX2" fmla="*/ 1408296 w 3054844"/>
              <a:gd name="connsiteY2" fmla="*/ 10 h 3036733"/>
              <a:gd name="connsiteX3" fmla="*/ 2630194 w 3054844"/>
              <a:gd name="connsiteY3" fmla="*/ 406265 h 3036733"/>
              <a:gd name="connsiteX4" fmla="*/ 2931031 w 3054844"/>
              <a:gd name="connsiteY4" fmla="*/ 2091704 h 3036733"/>
              <a:gd name="connsiteX5" fmla="*/ 1252509 w 3054844"/>
              <a:gd name="connsiteY5" fmla="*/ 3004840 h 3036733"/>
              <a:gd name="connsiteX6" fmla="*/ 7481 w 3054844"/>
              <a:gd name="connsiteY6" fmla="*/ 1624345 h 3036733"/>
              <a:gd name="connsiteX0" fmla="*/ 7481 w 3054844"/>
              <a:gd name="connsiteY0" fmla="*/ 1624345 h 3042079"/>
              <a:gd name="connsiteX1" fmla="*/ 474474 w 3054844"/>
              <a:gd name="connsiteY1" fmla="*/ 398112 h 3042079"/>
              <a:gd name="connsiteX2" fmla="*/ 1408296 w 3054844"/>
              <a:gd name="connsiteY2" fmla="*/ 10 h 3042079"/>
              <a:gd name="connsiteX3" fmla="*/ 2630194 w 3054844"/>
              <a:gd name="connsiteY3" fmla="*/ 406265 h 3042079"/>
              <a:gd name="connsiteX4" fmla="*/ 2931031 w 3054844"/>
              <a:gd name="connsiteY4" fmla="*/ 2091704 h 3042079"/>
              <a:gd name="connsiteX5" fmla="*/ 1252509 w 3054844"/>
              <a:gd name="connsiteY5" fmla="*/ 3004840 h 3042079"/>
              <a:gd name="connsiteX6" fmla="*/ 7481 w 3054844"/>
              <a:gd name="connsiteY6" fmla="*/ 1624345 h 30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4844" h="3042079">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4A16ED9F-8A3C-6DC4-67D1-23234ABF0B70}"/>
              </a:ext>
            </a:extLst>
          </p:cNvPr>
          <p:cNvSpPr/>
          <p:nvPr/>
        </p:nvSpPr>
        <p:spPr>
          <a:xfrm rot="10267945">
            <a:off x="1701250" y="5398458"/>
            <a:ext cx="1667077" cy="1476374"/>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66134 w 2972903"/>
              <a:gd name="connsiteY9" fmla="*/ 71203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286431 w 2977292"/>
              <a:gd name="connsiteY6" fmla="*/ 970169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915893 w 2977292"/>
              <a:gd name="connsiteY0" fmla="*/ 1521397 h 1605161"/>
              <a:gd name="connsiteX1" fmla="*/ 463952 w 2977292"/>
              <a:gd name="connsiteY1" fmla="*/ 1281762 h 1605161"/>
              <a:gd name="connsiteX2" fmla="*/ 194856 w 2977292"/>
              <a:gd name="connsiteY2" fmla="*/ 706389 h 1605161"/>
              <a:gd name="connsiteX3" fmla="*/ 0 w 2977292"/>
              <a:gd name="connsiteY3" fmla="*/ 0 h 1605161"/>
              <a:gd name="connsiteX4" fmla="*/ 855425 w 2977292"/>
              <a:gd name="connsiteY4" fmla="*/ 4704 h 1605161"/>
              <a:gd name="connsiteX5" fmla="*/ 963632 w 2977292"/>
              <a:gd name="connsiteY5" fmla="*/ 388957 h 1605161"/>
              <a:gd name="connsiteX6" fmla="*/ 1286431 w 2977292"/>
              <a:gd name="connsiteY6" fmla="*/ 970169 h 1605161"/>
              <a:gd name="connsiteX7" fmla="*/ 1982991 w 2977292"/>
              <a:gd name="connsiteY7" fmla="*/ 912219 h 1605161"/>
              <a:gd name="connsiteX8" fmla="*/ 2107076 w 2977292"/>
              <a:gd name="connsiteY8" fmla="*/ 511371 h 1605161"/>
              <a:gd name="connsiteX9" fmla="*/ 2060459 w 2977292"/>
              <a:gd name="connsiteY9" fmla="*/ 60603 h 1605161"/>
              <a:gd name="connsiteX10" fmla="*/ 2931756 w 2977292"/>
              <a:gd name="connsiteY10" fmla="*/ 133467 h 1605161"/>
              <a:gd name="connsiteX11" fmla="*/ 2568409 w 2977292"/>
              <a:gd name="connsiteY11" fmla="*/ 1426949 h 1605161"/>
              <a:gd name="connsiteX12" fmla="*/ 915893 w 2977292"/>
              <a:gd name="connsiteY12" fmla="*/ 1521397 h 1605161"/>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963632 w 2977292"/>
              <a:gd name="connsiteY5" fmla="*/ 388957 h 1583529"/>
              <a:gd name="connsiteX6" fmla="*/ 1286431 w 2977292"/>
              <a:gd name="connsiteY6" fmla="*/ 970169 h 1583529"/>
              <a:gd name="connsiteX7" fmla="*/ 1982991 w 2977292"/>
              <a:gd name="connsiteY7" fmla="*/ 912219 h 1583529"/>
              <a:gd name="connsiteX8" fmla="*/ 2107076 w 2977292"/>
              <a:gd name="connsiteY8" fmla="*/ 511371 h 1583529"/>
              <a:gd name="connsiteX9" fmla="*/ 2060459 w 2977292"/>
              <a:gd name="connsiteY9" fmla="*/ 60603 h 1583529"/>
              <a:gd name="connsiteX10" fmla="*/ 2931756 w 2977292"/>
              <a:gd name="connsiteY10" fmla="*/ 133467 h 1583529"/>
              <a:gd name="connsiteX11" fmla="*/ 2568409 w 2977292"/>
              <a:gd name="connsiteY11" fmla="*/ 1426949 h 1583529"/>
              <a:gd name="connsiteX12" fmla="*/ 915893 w 2977292"/>
              <a:gd name="connsiteY12"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6653 w 2978052"/>
              <a:gd name="connsiteY0" fmla="*/ 1516693 h 1578825"/>
              <a:gd name="connsiteX1" fmla="*/ 464712 w 2978052"/>
              <a:gd name="connsiteY1" fmla="*/ 1277058 h 1578825"/>
              <a:gd name="connsiteX2" fmla="*/ 195616 w 2978052"/>
              <a:gd name="connsiteY2" fmla="*/ 701685 h 1578825"/>
              <a:gd name="connsiteX3" fmla="*/ -1 w 2978052"/>
              <a:gd name="connsiteY3" fmla="*/ 30482 h 1578825"/>
              <a:gd name="connsiteX4" fmla="*/ 856185 w 2978052"/>
              <a:gd name="connsiteY4" fmla="*/ 0 h 1578825"/>
              <a:gd name="connsiteX5" fmla="*/ 1287191 w 2978052"/>
              <a:gd name="connsiteY5" fmla="*/ 965465 h 1578825"/>
              <a:gd name="connsiteX6" fmla="*/ 1983751 w 2978052"/>
              <a:gd name="connsiteY6" fmla="*/ 907515 h 1578825"/>
              <a:gd name="connsiteX7" fmla="*/ 2107836 w 2978052"/>
              <a:gd name="connsiteY7" fmla="*/ 506667 h 1578825"/>
              <a:gd name="connsiteX8" fmla="*/ 2061219 w 2978052"/>
              <a:gd name="connsiteY8" fmla="*/ 55899 h 1578825"/>
              <a:gd name="connsiteX9" fmla="*/ 2932516 w 2978052"/>
              <a:gd name="connsiteY9" fmla="*/ 128763 h 1578825"/>
              <a:gd name="connsiteX10" fmla="*/ 2569169 w 2978052"/>
              <a:gd name="connsiteY10" fmla="*/ 1422245 h 1578825"/>
              <a:gd name="connsiteX11" fmla="*/ 916653 w 2978052"/>
              <a:gd name="connsiteY11" fmla="*/ 1516693 h 1578825"/>
              <a:gd name="connsiteX0" fmla="*/ 930056 w 2991455"/>
              <a:gd name="connsiteY0" fmla="*/ 1516693 h 1578825"/>
              <a:gd name="connsiteX1" fmla="*/ 478115 w 2991455"/>
              <a:gd name="connsiteY1" fmla="*/ 1277058 h 1578825"/>
              <a:gd name="connsiteX2" fmla="*/ 209019 w 2991455"/>
              <a:gd name="connsiteY2" fmla="*/ 701685 h 1578825"/>
              <a:gd name="connsiteX3" fmla="*/ 1 w 2991455"/>
              <a:gd name="connsiteY3" fmla="*/ 49383 h 1578825"/>
              <a:gd name="connsiteX4" fmla="*/ 869588 w 2991455"/>
              <a:gd name="connsiteY4" fmla="*/ 0 h 1578825"/>
              <a:gd name="connsiteX5" fmla="*/ 1300594 w 2991455"/>
              <a:gd name="connsiteY5" fmla="*/ 965465 h 1578825"/>
              <a:gd name="connsiteX6" fmla="*/ 1997154 w 2991455"/>
              <a:gd name="connsiteY6" fmla="*/ 907515 h 1578825"/>
              <a:gd name="connsiteX7" fmla="*/ 2121239 w 2991455"/>
              <a:gd name="connsiteY7" fmla="*/ 506667 h 1578825"/>
              <a:gd name="connsiteX8" fmla="*/ 2074622 w 2991455"/>
              <a:gd name="connsiteY8" fmla="*/ 55899 h 1578825"/>
              <a:gd name="connsiteX9" fmla="*/ 2945919 w 2991455"/>
              <a:gd name="connsiteY9" fmla="*/ 128763 h 1578825"/>
              <a:gd name="connsiteX10" fmla="*/ 2582572 w 2991455"/>
              <a:gd name="connsiteY10" fmla="*/ 1422245 h 1578825"/>
              <a:gd name="connsiteX11" fmla="*/ 930056 w 2991455"/>
              <a:gd name="connsiteY11" fmla="*/ 1516693 h 1578825"/>
              <a:gd name="connsiteX0" fmla="*/ 930054 w 2991453"/>
              <a:gd name="connsiteY0" fmla="*/ 1516693 h 1578825"/>
              <a:gd name="connsiteX1" fmla="*/ 478113 w 2991453"/>
              <a:gd name="connsiteY1" fmla="*/ 1277058 h 1578825"/>
              <a:gd name="connsiteX2" fmla="*/ 209017 w 2991453"/>
              <a:gd name="connsiteY2" fmla="*/ 701685 h 1578825"/>
              <a:gd name="connsiteX3" fmla="*/ -1 w 2991453"/>
              <a:gd name="connsiteY3" fmla="*/ 49383 h 1578825"/>
              <a:gd name="connsiteX4" fmla="*/ 869586 w 2991453"/>
              <a:gd name="connsiteY4" fmla="*/ 0 h 1578825"/>
              <a:gd name="connsiteX5" fmla="*/ 1300592 w 2991453"/>
              <a:gd name="connsiteY5" fmla="*/ 965465 h 1578825"/>
              <a:gd name="connsiteX6" fmla="*/ 1997152 w 2991453"/>
              <a:gd name="connsiteY6" fmla="*/ 907515 h 1578825"/>
              <a:gd name="connsiteX7" fmla="*/ 2121237 w 2991453"/>
              <a:gd name="connsiteY7" fmla="*/ 506667 h 1578825"/>
              <a:gd name="connsiteX8" fmla="*/ 2074620 w 2991453"/>
              <a:gd name="connsiteY8" fmla="*/ 55899 h 1578825"/>
              <a:gd name="connsiteX9" fmla="*/ 2945917 w 2991453"/>
              <a:gd name="connsiteY9" fmla="*/ 128763 h 1578825"/>
              <a:gd name="connsiteX10" fmla="*/ 2582570 w 2991453"/>
              <a:gd name="connsiteY10" fmla="*/ 1422245 h 1578825"/>
              <a:gd name="connsiteX11" fmla="*/ 930054 w 2991453"/>
              <a:gd name="connsiteY11" fmla="*/ 1516693 h 157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91453" h="1578825">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6F387526-1CCE-605F-44AF-A4DC82A701C0}"/>
              </a:ext>
            </a:extLst>
          </p:cNvPr>
          <p:cNvGrpSpPr/>
          <p:nvPr/>
        </p:nvGrpSpPr>
        <p:grpSpPr>
          <a:xfrm rot="21128632">
            <a:off x="958989" y="4984630"/>
            <a:ext cx="688256" cy="306609"/>
            <a:chOff x="10096975" y="5939226"/>
            <a:chExt cx="929806" cy="414217"/>
          </a:xfrm>
        </p:grpSpPr>
        <p:sp>
          <p:nvSpPr>
            <p:cNvPr id="14" name="Freeform: Shape 14">
              <a:extLst>
                <a:ext uri="{FF2B5EF4-FFF2-40B4-BE49-F238E27FC236}">
                  <a16:creationId xmlns:a16="http://schemas.microsoft.com/office/drawing/2014/main" id="{C6C9B8C3-563E-F90A-1311-67A5E68E1A9A}"/>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5">
              <a:extLst>
                <a:ext uri="{FF2B5EF4-FFF2-40B4-BE49-F238E27FC236}">
                  <a16:creationId xmlns:a16="http://schemas.microsoft.com/office/drawing/2014/main" id="{D6D005CD-1528-1D13-E6B8-C4D82A756A42}"/>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6">
              <a:extLst>
                <a:ext uri="{FF2B5EF4-FFF2-40B4-BE49-F238E27FC236}">
                  <a16:creationId xmlns:a16="http://schemas.microsoft.com/office/drawing/2014/main" id="{96357065-7847-6D2A-84E4-A5962BAE7D25}"/>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924"/>
            <a:ext cx="3927204"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3938" y="947925"/>
            <a:ext cx="5821341" cy="5135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393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03418" y="6341919"/>
            <a:ext cx="598081"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5718883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B429466-2F16-A703-C2D9-6A0662DBFC62}"/>
              </a:ext>
            </a:extLst>
          </p:cNvPr>
          <p:cNvGrpSpPr/>
          <p:nvPr/>
        </p:nvGrpSpPr>
        <p:grpSpPr>
          <a:xfrm>
            <a:off x="6873544" y="5007650"/>
            <a:ext cx="5412805" cy="1938324"/>
            <a:chOff x="7272291" y="5149621"/>
            <a:chExt cx="5014059" cy="1795533"/>
          </a:xfrm>
        </p:grpSpPr>
        <p:sp>
          <p:nvSpPr>
            <p:cNvPr id="8" name="Isosceles Triangle 2">
              <a:extLst>
                <a:ext uri="{FF2B5EF4-FFF2-40B4-BE49-F238E27FC236}">
                  <a16:creationId xmlns:a16="http://schemas.microsoft.com/office/drawing/2014/main" id="{14CD15F2-5147-46E6-4B43-272AC0A2C04C}"/>
                </a:ext>
              </a:extLst>
            </p:cNvPr>
            <p:cNvSpPr/>
            <p:nvPr/>
          </p:nvSpPr>
          <p:spPr>
            <a:xfrm rot="10342974">
              <a:off x="10615537" y="5375467"/>
              <a:ext cx="1670813" cy="150885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68418"/>
                <a:gd name="connsiteY0" fmla="*/ 1130273 h 1134549"/>
                <a:gd name="connsiteX1" fmla="*/ 483144 w 1168418"/>
                <a:gd name="connsiteY1" fmla="*/ 101849 h 1134549"/>
                <a:gd name="connsiteX2" fmla="*/ 581205 w 1168418"/>
                <a:gd name="connsiteY2" fmla="*/ 53882 h 1134549"/>
                <a:gd name="connsiteX3" fmla="*/ 1123932 w 1168418"/>
                <a:gd name="connsiteY3" fmla="*/ 997813 h 1134549"/>
                <a:gd name="connsiteX4" fmla="*/ 1162309 w 1168418"/>
                <a:gd name="connsiteY4" fmla="*/ 1128867 h 1134549"/>
                <a:gd name="connsiteX5" fmla="*/ 0 w 1168418"/>
                <a:gd name="connsiteY5" fmla="*/ 1130273 h 1134549"/>
                <a:gd name="connsiteX0" fmla="*/ 0 w 1168418"/>
                <a:gd name="connsiteY0" fmla="*/ 1106978 h 1111254"/>
                <a:gd name="connsiteX1" fmla="*/ 483144 w 1168418"/>
                <a:gd name="connsiteY1" fmla="*/ 78554 h 1111254"/>
                <a:gd name="connsiteX2" fmla="*/ 589855 w 1168418"/>
                <a:gd name="connsiteY2" fmla="*/ 60936 h 1111254"/>
                <a:gd name="connsiteX3" fmla="*/ 1123932 w 1168418"/>
                <a:gd name="connsiteY3" fmla="*/ 974518 h 1111254"/>
                <a:gd name="connsiteX4" fmla="*/ 1162309 w 1168418"/>
                <a:gd name="connsiteY4" fmla="*/ 1105572 h 1111254"/>
                <a:gd name="connsiteX5" fmla="*/ 0 w 1168418"/>
                <a:gd name="connsiteY5" fmla="*/ 1106978 h 1111254"/>
                <a:gd name="connsiteX0" fmla="*/ 0 w 1168418"/>
                <a:gd name="connsiteY0" fmla="*/ 1065551 h 1069827"/>
                <a:gd name="connsiteX1" fmla="*/ 483144 w 1168418"/>
                <a:gd name="connsiteY1" fmla="*/ 37127 h 1069827"/>
                <a:gd name="connsiteX2" fmla="*/ 589855 w 1168418"/>
                <a:gd name="connsiteY2" fmla="*/ 19509 h 1069827"/>
                <a:gd name="connsiteX3" fmla="*/ 1123932 w 1168418"/>
                <a:gd name="connsiteY3" fmla="*/ 933091 h 1069827"/>
                <a:gd name="connsiteX4" fmla="*/ 1162309 w 1168418"/>
                <a:gd name="connsiteY4" fmla="*/ 1064145 h 1069827"/>
                <a:gd name="connsiteX5" fmla="*/ 0 w 1168418"/>
                <a:gd name="connsiteY5" fmla="*/ 1065551 h 1069827"/>
                <a:gd name="connsiteX0" fmla="*/ 0 w 1168418"/>
                <a:gd name="connsiteY0" fmla="*/ 1028904 h 1033180"/>
                <a:gd name="connsiteX1" fmla="*/ 483144 w 1168418"/>
                <a:gd name="connsiteY1" fmla="*/ 480 h 1033180"/>
                <a:gd name="connsiteX2" fmla="*/ 1123932 w 1168418"/>
                <a:gd name="connsiteY2" fmla="*/ 896444 h 1033180"/>
                <a:gd name="connsiteX3" fmla="*/ 1162309 w 1168418"/>
                <a:gd name="connsiteY3" fmla="*/ 1027498 h 1033180"/>
                <a:gd name="connsiteX4" fmla="*/ 0 w 1168418"/>
                <a:gd name="connsiteY4" fmla="*/ 1028904 h 1033180"/>
                <a:gd name="connsiteX0" fmla="*/ 0 w 1168418"/>
                <a:gd name="connsiteY0" fmla="*/ 1048401 h 1052677"/>
                <a:gd name="connsiteX1" fmla="*/ 504763 w 1168418"/>
                <a:gd name="connsiteY1" fmla="*/ 467 h 1052677"/>
                <a:gd name="connsiteX2" fmla="*/ 1123932 w 1168418"/>
                <a:gd name="connsiteY2" fmla="*/ 915941 h 1052677"/>
                <a:gd name="connsiteX3" fmla="*/ 1162309 w 1168418"/>
                <a:gd name="connsiteY3" fmla="*/ 1046995 h 1052677"/>
                <a:gd name="connsiteX4" fmla="*/ 0 w 1168418"/>
                <a:gd name="connsiteY4" fmla="*/ 1048401 h 1052677"/>
                <a:gd name="connsiteX0" fmla="*/ 0 w 1168418"/>
                <a:gd name="connsiteY0" fmla="*/ 1047934 h 1052210"/>
                <a:gd name="connsiteX1" fmla="*/ 504763 w 1168418"/>
                <a:gd name="connsiteY1" fmla="*/ 0 h 1052210"/>
                <a:gd name="connsiteX2" fmla="*/ 1123932 w 1168418"/>
                <a:gd name="connsiteY2" fmla="*/ 915474 h 1052210"/>
                <a:gd name="connsiteX3" fmla="*/ 1162309 w 1168418"/>
                <a:gd name="connsiteY3" fmla="*/ 1046528 h 1052210"/>
                <a:gd name="connsiteX4" fmla="*/ 0 w 1168418"/>
                <a:gd name="connsiteY4" fmla="*/ 1047934 h 1052210"/>
                <a:gd name="connsiteX0" fmla="*/ 0 w 1171022"/>
                <a:gd name="connsiteY0" fmla="*/ 1047934 h 1052210"/>
                <a:gd name="connsiteX1" fmla="*/ 504763 w 1171022"/>
                <a:gd name="connsiteY1" fmla="*/ 0 h 1052210"/>
                <a:gd name="connsiteX2" fmla="*/ 1162309 w 1171022"/>
                <a:gd name="connsiteY2" fmla="*/ 1046528 h 1052210"/>
                <a:gd name="connsiteX3" fmla="*/ 0 w 1171022"/>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0149"/>
                <a:gd name="connsiteY0" fmla="*/ 1054437 h 1054437"/>
                <a:gd name="connsiteX1" fmla="*/ 500439 w 1160149"/>
                <a:gd name="connsiteY1" fmla="*/ 0 h 1054437"/>
                <a:gd name="connsiteX2" fmla="*/ 1160149 w 1160149"/>
                <a:gd name="connsiteY2" fmla="*/ 957648 h 1054437"/>
                <a:gd name="connsiteX3" fmla="*/ 0 w 1160149"/>
                <a:gd name="connsiteY3" fmla="*/ 1054437 h 1054437"/>
                <a:gd name="connsiteX0" fmla="*/ 4700 w 1164849"/>
                <a:gd name="connsiteY0" fmla="*/ 1054437 h 1054686"/>
                <a:gd name="connsiteX1" fmla="*/ 505139 w 1164849"/>
                <a:gd name="connsiteY1" fmla="*/ 0 h 1054686"/>
                <a:gd name="connsiteX2" fmla="*/ 1164849 w 1164849"/>
                <a:gd name="connsiteY2" fmla="*/ 957648 h 1054686"/>
                <a:gd name="connsiteX3" fmla="*/ 4700 w 1164849"/>
                <a:gd name="connsiteY3" fmla="*/ 1054437 h 1054686"/>
                <a:gd name="connsiteX0" fmla="*/ 4700 w 1164849"/>
                <a:gd name="connsiteY0" fmla="*/ 1054516 h 1054765"/>
                <a:gd name="connsiteX1" fmla="*/ 505139 w 1164849"/>
                <a:gd name="connsiteY1" fmla="*/ 79 h 1054765"/>
                <a:gd name="connsiteX2" fmla="*/ 1164849 w 1164849"/>
                <a:gd name="connsiteY2" fmla="*/ 957727 h 1054765"/>
                <a:gd name="connsiteX3" fmla="*/ 4700 w 1164849"/>
                <a:gd name="connsiteY3" fmla="*/ 1054516 h 1054765"/>
              </a:gdLst>
              <a:ahLst/>
              <a:cxnLst>
                <a:cxn ang="0">
                  <a:pos x="connsiteX0" y="connsiteY0"/>
                </a:cxn>
                <a:cxn ang="0">
                  <a:pos x="connsiteX1" y="connsiteY1"/>
                </a:cxn>
                <a:cxn ang="0">
                  <a:pos x="connsiteX2" y="connsiteY2"/>
                </a:cxn>
                <a:cxn ang="0">
                  <a:pos x="connsiteX3" y="connsiteY3"/>
                </a:cxn>
              </a:cxnLst>
              <a:rect l="l" t="t" r="r" b="b"/>
              <a:pathLst>
                <a:path w="1164849" h="1054765">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31">
              <a:extLst>
                <a:ext uri="{FF2B5EF4-FFF2-40B4-BE49-F238E27FC236}">
                  <a16:creationId xmlns:a16="http://schemas.microsoft.com/office/drawing/2014/main" id="{0DDFB5DF-B8FA-F9B0-3BAF-6BDE4A6A8063}"/>
                </a:ext>
              </a:extLst>
            </p:cNvPr>
            <p:cNvSpPr/>
            <p:nvPr/>
          </p:nvSpPr>
          <p:spPr>
            <a:xfrm rot="20739956" flipH="1" flipV="1">
              <a:off x="8914906" y="5375277"/>
              <a:ext cx="1791485" cy="146544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06070 w 4651852"/>
                <a:gd name="connsiteY0" fmla="*/ 0 h 3771924"/>
                <a:gd name="connsiteX1" fmla="*/ 4651852 w 4651852"/>
                <a:gd name="connsiteY1" fmla="*/ 492918 h 3771924"/>
                <a:gd name="connsiteX2" fmla="*/ 4125750 w 4651852"/>
                <a:gd name="connsiteY2" fmla="*/ 2518241 h 3771924"/>
                <a:gd name="connsiteX3" fmla="*/ 3480016 w 4651852"/>
                <a:gd name="connsiteY3" fmla="*/ 3495046 h 3771924"/>
                <a:gd name="connsiteX4" fmla="*/ 2905397 w 4651852"/>
                <a:gd name="connsiteY4" fmla="*/ 3715864 h 3771924"/>
                <a:gd name="connsiteX5" fmla="*/ 1966540 w 4651852"/>
                <a:gd name="connsiteY5" fmla="*/ 3771012 h 3771924"/>
                <a:gd name="connsiteX6" fmla="*/ 547682 w 4651852"/>
                <a:gd name="connsiteY6" fmla="*/ 3399074 h 3771924"/>
                <a:gd name="connsiteX7" fmla="*/ 72867 w 4651852"/>
                <a:gd name="connsiteY7" fmla="*/ 1641329 h 3771924"/>
                <a:gd name="connsiteX8" fmla="*/ 106070 w 4651852"/>
                <a:gd name="connsiteY8" fmla="*/ 0 h 3771924"/>
                <a:gd name="connsiteX0" fmla="*/ 73992 w 4619774"/>
                <a:gd name="connsiteY0" fmla="*/ 0 h 3771924"/>
                <a:gd name="connsiteX1" fmla="*/ 4619774 w 4619774"/>
                <a:gd name="connsiteY1" fmla="*/ 492918 h 3771924"/>
                <a:gd name="connsiteX2" fmla="*/ 4093672 w 4619774"/>
                <a:gd name="connsiteY2" fmla="*/ 2518241 h 3771924"/>
                <a:gd name="connsiteX3" fmla="*/ 3447938 w 4619774"/>
                <a:gd name="connsiteY3" fmla="*/ 3495046 h 3771924"/>
                <a:gd name="connsiteX4" fmla="*/ 2873319 w 4619774"/>
                <a:gd name="connsiteY4" fmla="*/ 3715864 h 3771924"/>
                <a:gd name="connsiteX5" fmla="*/ 1934462 w 4619774"/>
                <a:gd name="connsiteY5" fmla="*/ 3771012 h 3771924"/>
                <a:gd name="connsiteX6" fmla="*/ 515604 w 4619774"/>
                <a:gd name="connsiteY6" fmla="*/ 3399074 h 3771924"/>
                <a:gd name="connsiteX7" fmla="*/ 40789 w 4619774"/>
                <a:gd name="connsiteY7" fmla="*/ 1641329 h 3771924"/>
                <a:gd name="connsiteX8" fmla="*/ 73992 w 4619774"/>
                <a:gd name="connsiteY8" fmla="*/ 0 h 3771924"/>
                <a:gd name="connsiteX0" fmla="*/ 265898 w 4811680"/>
                <a:gd name="connsiteY0" fmla="*/ 0 h 3771924"/>
                <a:gd name="connsiteX1" fmla="*/ 4811680 w 4811680"/>
                <a:gd name="connsiteY1" fmla="*/ 492918 h 3771924"/>
                <a:gd name="connsiteX2" fmla="*/ 4285578 w 4811680"/>
                <a:gd name="connsiteY2" fmla="*/ 2518241 h 3771924"/>
                <a:gd name="connsiteX3" fmla="*/ 3639844 w 4811680"/>
                <a:gd name="connsiteY3" fmla="*/ 3495046 h 3771924"/>
                <a:gd name="connsiteX4" fmla="*/ 3065225 w 4811680"/>
                <a:gd name="connsiteY4" fmla="*/ 3715864 h 3771924"/>
                <a:gd name="connsiteX5" fmla="*/ 2126368 w 4811680"/>
                <a:gd name="connsiteY5" fmla="*/ 3771012 h 3771924"/>
                <a:gd name="connsiteX6" fmla="*/ 707510 w 4811680"/>
                <a:gd name="connsiteY6" fmla="*/ 3399074 h 3771924"/>
                <a:gd name="connsiteX7" fmla="*/ 265898 w 4811680"/>
                <a:gd name="connsiteY7" fmla="*/ 0 h 3771924"/>
                <a:gd name="connsiteX0" fmla="*/ 83583 w 4629365"/>
                <a:gd name="connsiteY0" fmla="*/ 0 h 3771924"/>
                <a:gd name="connsiteX1" fmla="*/ 4629365 w 4629365"/>
                <a:gd name="connsiteY1" fmla="*/ 492918 h 3771924"/>
                <a:gd name="connsiteX2" fmla="*/ 4103263 w 4629365"/>
                <a:gd name="connsiteY2" fmla="*/ 2518241 h 3771924"/>
                <a:gd name="connsiteX3" fmla="*/ 3457529 w 4629365"/>
                <a:gd name="connsiteY3" fmla="*/ 3495046 h 3771924"/>
                <a:gd name="connsiteX4" fmla="*/ 2882910 w 4629365"/>
                <a:gd name="connsiteY4" fmla="*/ 3715864 h 3771924"/>
                <a:gd name="connsiteX5" fmla="*/ 1944053 w 4629365"/>
                <a:gd name="connsiteY5" fmla="*/ 3771012 h 3771924"/>
                <a:gd name="connsiteX6" fmla="*/ 525195 w 4629365"/>
                <a:gd name="connsiteY6" fmla="*/ 3399074 h 3771924"/>
                <a:gd name="connsiteX7" fmla="*/ 83583 w 4629365"/>
                <a:gd name="connsiteY7" fmla="*/ 0 h 3771924"/>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1312" h="377565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33">
              <a:extLst>
                <a:ext uri="{FF2B5EF4-FFF2-40B4-BE49-F238E27FC236}">
                  <a16:creationId xmlns:a16="http://schemas.microsoft.com/office/drawing/2014/main" id="{14D9E353-E49B-3130-4A94-9D26B0B9623F}"/>
                </a:ext>
              </a:extLst>
            </p:cNvPr>
            <p:cNvSpPr/>
            <p:nvPr/>
          </p:nvSpPr>
          <p:spPr>
            <a:xfrm rot="12524587" flipV="1">
              <a:off x="7272291" y="5149621"/>
              <a:ext cx="1847226" cy="1795533"/>
            </a:xfrm>
            <a:custGeom>
              <a:avLst/>
              <a:gdLst>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089326 w 4092701"/>
                <a:gd name="connsiteY13" fmla="*/ 2965709 h 3764539"/>
                <a:gd name="connsiteX14" fmla="*/ 1328685 w 4092701"/>
                <a:gd name="connsiteY14" fmla="*/ 3409006 h 3764539"/>
                <a:gd name="connsiteX15" fmla="*/ 1711352 w 4092701"/>
                <a:gd name="connsiteY15" fmla="*/ 3678600 h 3764539"/>
                <a:gd name="connsiteX16" fmla="*/ 2108853 w 4092701"/>
                <a:gd name="connsiteY16" fmla="*/ 3764432 h 3764539"/>
                <a:gd name="connsiteX17" fmla="*/ 2562709 w 4092701"/>
                <a:gd name="connsiteY17" fmla="*/ 3695117 h 3764539"/>
                <a:gd name="connsiteX18" fmla="*/ 2914144 w 4092701"/>
                <a:gd name="connsiteY18" fmla="*/ 3453184 h 3764539"/>
                <a:gd name="connsiteX19" fmla="*/ 3164599 w 4092701"/>
                <a:gd name="connsiteY19" fmla="*/ 3019961 h 3764539"/>
                <a:gd name="connsiteX20" fmla="*/ 3177910 w 4092701"/>
                <a:gd name="connsiteY20" fmla="*/ 2945752 h 3764539"/>
                <a:gd name="connsiteX21" fmla="*/ 3180945 w 4092701"/>
                <a:gd name="connsiteY21" fmla="*/ 2919966 h 3764539"/>
                <a:gd name="connsiteX22" fmla="*/ 3277252 w 4092701"/>
                <a:gd name="connsiteY22" fmla="*/ 2904353 h 3764539"/>
                <a:gd name="connsiteX23" fmla="*/ 3658328 w 4092701"/>
                <a:gd name="connsiteY23" fmla="*/ 2755071 h 3764539"/>
                <a:gd name="connsiteX24" fmla="*/ 4092611 w 4092701"/>
                <a:gd name="connsiteY24" fmla="*/ 2078252 h 3764539"/>
                <a:gd name="connsiteX25" fmla="*/ 3792506 w 4092701"/>
                <a:gd name="connsiteY25" fmla="*/ 1412528 h 3764539"/>
                <a:gd name="connsiteX26" fmla="*/ 3629571 w 4092701"/>
                <a:gd name="connsiteY26" fmla="*/ 1283308 h 3764539"/>
                <a:gd name="connsiteX27" fmla="*/ 3166614 w 4092701"/>
                <a:gd name="connsiteY27" fmla="*/ 1179736 h 3764539"/>
                <a:gd name="connsiteX28" fmla="*/ 3055694 w 4092701"/>
                <a:gd name="connsiteY28" fmla="*/ 1168662 h 3764539"/>
                <a:gd name="connsiteX29" fmla="*/ 3058692 w 4092701"/>
                <a:gd name="connsiteY29" fmla="*/ 1141968 h 3764539"/>
                <a:gd name="connsiteX30" fmla="*/ 2766154 w 4092701"/>
                <a:gd name="connsiteY30"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77910 w 4092701"/>
                <a:gd name="connsiteY19" fmla="*/ 2945752 h 3764539"/>
                <a:gd name="connsiteX20" fmla="*/ 3180945 w 4092701"/>
                <a:gd name="connsiteY20" fmla="*/ 2919966 h 3764539"/>
                <a:gd name="connsiteX21" fmla="*/ 3277252 w 4092701"/>
                <a:gd name="connsiteY21" fmla="*/ 2904353 h 3764539"/>
                <a:gd name="connsiteX22" fmla="*/ 3658328 w 4092701"/>
                <a:gd name="connsiteY22" fmla="*/ 2755071 h 3764539"/>
                <a:gd name="connsiteX23" fmla="*/ 4092611 w 4092701"/>
                <a:gd name="connsiteY23" fmla="*/ 2078252 h 3764539"/>
                <a:gd name="connsiteX24" fmla="*/ 3792506 w 4092701"/>
                <a:gd name="connsiteY24" fmla="*/ 1412528 h 3764539"/>
                <a:gd name="connsiteX25" fmla="*/ 3629571 w 4092701"/>
                <a:gd name="connsiteY25" fmla="*/ 1283308 h 3764539"/>
                <a:gd name="connsiteX26" fmla="*/ 3166614 w 4092701"/>
                <a:gd name="connsiteY26" fmla="*/ 1179736 h 3764539"/>
                <a:gd name="connsiteX27" fmla="*/ 3055694 w 4092701"/>
                <a:gd name="connsiteY27" fmla="*/ 1168662 h 3764539"/>
                <a:gd name="connsiteX28" fmla="*/ 3058692 w 4092701"/>
                <a:gd name="connsiteY28" fmla="*/ 1141968 h 3764539"/>
                <a:gd name="connsiteX29" fmla="*/ 2766154 w 4092701"/>
                <a:gd name="connsiteY29"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80945 w 4092701"/>
                <a:gd name="connsiteY19" fmla="*/ 2919966 h 3764539"/>
                <a:gd name="connsiteX20" fmla="*/ 3277252 w 4092701"/>
                <a:gd name="connsiteY20" fmla="*/ 2904353 h 3764539"/>
                <a:gd name="connsiteX21" fmla="*/ 3658328 w 4092701"/>
                <a:gd name="connsiteY21" fmla="*/ 2755071 h 3764539"/>
                <a:gd name="connsiteX22" fmla="*/ 4092611 w 4092701"/>
                <a:gd name="connsiteY22" fmla="*/ 2078252 h 3764539"/>
                <a:gd name="connsiteX23" fmla="*/ 3792506 w 4092701"/>
                <a:gd name="connsiteY23" fmla="*/ 1412528 h 3764539"/>
                <a:gd name="connsiteX24" fmla="*/ 3629571 w 4092701"/>
                <a:gd name="connsiteY24" fmla="*/ 1283308 h 3764539"/>
                <a:gd name="connsiteX25" fmla="*/ 3166614 w 4092701"/>
                <a:gd name="connsiteY25" fmla="*/ 1179736 h 3764539"/>
                <a:gd name="connsiteX26" fmla="*/ 3055694 w 4092701"/>
                <a:gd name="connsiteY26" fmla="*/ 1168662 h 3764539"/>
                <a:gd name="connsiteX27" fmla="*/ 3058692 w 4092701"/>
                <a:gd name="connsiteY27" fmla="*/ 1141968 h 3764539"/>
                <a:gd name="connsiteX28" fmla="*/ 2766154 w 4092701"/>
                <a:gd name="connsiteY28"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74987"/>
                <a:gd name="connsiteX1" fmla="*/ 1987341 w 4092701"/>
                <a:gd name="connsiteY1" fmla="*/ 1833 h 3774987"/>
                <a:gd name="connsiteX2" fmla="*/ 1222171 w 4092701"/>
                <a:gd name="connsiteY2" fmla="*/ 537347 h 3774987"/>
                <a:gd name="connsiteX3" fmla="*/ 1110171 w 4092701"/>
                <a:gd name="connsiteY3" fmla="*/ 1041458 h 3774987"/>
                <a:gd name="connsiteX4" fmla="*/ 1106484 w 4092701"/>
                <a:gd name="connsiteY4" fmla="*/ 1074808 h 3774987"/>
                <a:gd name="connsiteX5" fmla="*/ 1047053 w 4092701"/>
                <a:gd name="connsiteY5" fmla="*/ 1075196 h 3774987"/>
                <a:gd name="connsiteX6" fmla="*/ 735585 w 4092701"/>
                <a:gd name="connsiteY6" fmla="*/ 1115098 h 3774987"/>
                <a:gd name="connsiteX7" fmla="*/ 54696 w 4092701"/>
                <a:gd name="connsiteY7" fmla="*/ 1641911 h 3774987"/>
                <a:gd name="connsiteX8" fmla="*/ 35361 w 4092701"/>
                <a:gd name="connsiteY8" fmla="*/ 2090955 h 3774987"/>
                <a:gd name="connsiteX9" fmla="*/ 346271 w 4092701"/>
                <a:gd name="connsiteY9" fmla="*/ 2587111 h 3774987"/>
                <a:gd name="connsiteX10" fmla="*/ 972599 w 4092701"/>
                <a:gd name="connsiteY10" fmla="*/ 2852401 h 3774987"/>
                <a:gd name="connsiteX11" fmla="*/ 1060734 w 4092701"/>
                <a:gd name="connsiteY11" fmla="*/ 2857309 h 3774987"/>
                <a:gd name="connsiteX12" fmla="*/ 1061036 w 4092701"/>
                <a:gd name="connsiteY12" fmla="*/ 2858254 h 3774987"/>
                <a:gd name="connsiteX13" fmla="*/ 1328685 w 4092701"/>
                <a:gd name="connsiteY13" fmla="*/ 3409006 h 3774987"/>
                <a:gd name="connsiteX14" fmla="*/ 1711352 w 4092701"/>
                <a:gd name="connsiteY14" fmla="*/ 3678600 h 3774987"/>
                <a:gd name="connsiteX15" fmla="*/ 2108853 w 4092701"/>
                <a:gd name="connsiteY15" fmla="*/ 3764432 h 3774987"/>
                <a:gd name="connsiteX16" fmla="*/ 2914144 w 4092701"/>
                <a:gd name="connsiteY16" fmla="*/ 3453184 h 3774987"/>
                <a:gd name="connsiteX17" fmla="*/ 3180945 w 4092701"/>
                <a:gd name="connsiteY17" fmla="*/ 2919966 h 3774987"/>
                <a:gd name="connsiteX18" fmla="*/ 3277252 w 4092701"/>
                <a:gd name="connsiteY18" fmla="*/ 2904353 h 3774987"/>
                <a:gd name="connsiteX19" fmla="*/ 3658328 w 4092701"/>
                <a:gd name="connsiteY19" fmla="*/ 2755071 h 3774987"/>
                <a:gd name="connsiteX20" fmla="*/ 4092611 w 4092701"/>
                <a:gd name="connsiteY20" fmla="*/ 2078252 h 3774987"/>
                <a:gd name="connsiteX21" fmla="*/ 3792506 w 4092701"/>
                <a:gd name="connsiteY21" fmla="*/ 1412528 h 3774987"/>
                <a:gd name="connsiteX22" fmla="*/ 3629571 w 4092701"/>
                <a:gd name="connsiteY22" fmla="*/ 1283308 h 3774987"/>
                <a:gd name="connsiteX23" fmla="*/ 3166614 w 4092701"/>
                <a:gd name="connsiteY23" fmla="*/ 1179736 h 3774987"/>
                <a:gd name="connsiteX24" fmla="*/ 3055694 w 4092701"/>
                <a:gd name="connsiteY24" fmla="*/ 1168662 h 3774987"/>
                <a:gd name="connsiteX25" fmla="*/ 3058692 w 4092701"/>
                <a:gd name="connsiteY25" fmla="*/ 1141968 h 3774987"/>
                <a:gd name="connsiteX26" fmla="*/ 2766154 w 4092701"/>
                <a:gd name="connsiteY26" fmla="*/ 381813 h 3774987"/>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877901"/>
                <a:gd name="connsiteX1" fmla="*/ 1987341 w 4092701"/>
                <a:gd name="connsiteY1" fmla="*/ 1833 h 3877901"/>
                <a:gd name="connsiteX2" fmla="*/ 1222171 w 4092701"/>
                <a:gd name="connsiteY2" fmla="*/ 537347 h 3877901"/>
                <a:gd name="connsiteX3" fmla="*/ 1110171 w 4092701"/>
                <a:gd name="connsiteY3" fmla="*/ 1041458 h 3877901"/>
                <a:gd name="connsiteX4" fmla="*/ 1106484 w 4092701"/>
                <a:gd name="connsiteY4" fmla="*/ 1074808 h 3877901"/>
                <a:gd name="connsiteX5" fmla="*/ 1047053 w 4092701"/>
                <a:gd name="connsiteY5" fmla="*/ 1075196 h 3877901"/>
                <a:gd name="connsiteX6" fmla="*/ 735585 w 4092701"/>
                <a:gd name="connsiteY6" fmla="*/ 1115098 h 3877901"/>
                <a:gd name="connsiteX7" fmla="*/ 54696 w 4092701"/>
                <a:gd name="connsiteY7" fmla="*/ 1641911 h 3877901"/>
                <a:gd name="connsiteX8" fmla="*/ 35361 w 4092701"/>
                <a:gd name="connsiteY8" fmla="*/ 2090955 h 3877901"/>
                <a:gd name="connsiteX9" fmla="*/ 346271 w 4092701"/>
                <a:gd name="connsiteY9" fmla="*/ 2587111 h 3877901"/>
                <a:gd name="connsiteX10" fmla="*/ 972599 w 4092701"/>
                <a:gd name="connsiteY10" fmla="*/ 2852401 h 3877901"/>
                <a:gd name="connsiteX11" fmla="*/ 1060734 w 4092701"/>
                <a:gd name="connsiteY11" fmla="*/ 2857309 h 3877901"/>
                <a:gd name="connsiteX12" fmla="*/ 1061036 w 4092701"/>
                <a:gd name="connsiteY12" fmla="*/ 2858254 h 3877901"/>
                <a:gd name="connsiteX13" fmla="*/ 1328685 w 4092701"/>
                <a:gd name="connsiteY13" fmla="*/ 3409006 h 3877901"/>
                <a:gd name="connsiteX14" fmla="*/ 1711352 w 4092701"/>
                <a:gd name="connsiteY14" fmla="*/ 3678600 h 3877901"/>
                <a:gd name="connsiteX15" fmla="*/ 2120003 w 4092701"/>
                <a:gd name="connsiteY15" fmla="*/ 3875953 h 3877901"/>
                <a:gd name="connsiteX16" fmla="*/ 2842544 w 4092701"/>
                <a:gd name="connsiteY16" fmla="*/ 3548072 h 3877901"/>
                <a:gd name="connsiteX17" fmla="*/ 3180945 w 4092701"/>
                <a:gd name="connsiteY17" fmla="*/ 2919966 h 3877901"/>
                <a:gd name="connsiteX18" fmla="*/ 3277252 w 4092701"/>
                <a:gd name="connsiteY18" fmla="*/ 2904353 h 3877901"/>
                <a:gd name="connsiteX19" fmla="*/ 3658328 w 4092701"/>
                <a:gd name="connsiteY19" fmla="*/ 2755071 h 3877901"/>
                <a:gd name="connsiteX20" fmla="*/ 4092611 w 4092701"/>
                <a:gd name="connsiteY20" fmla="*/ 2078252 h 3877901"/>
                <a:gd name="connsiteX21" fmla="*/ 3792506 w 4092701"/>
                <a:gd name="connsiteY21" fmla="*/ 1412528 h 3877901"/>
                <a:gd name="connsiteX22" fmla="*/ 3629571 w 4092701"/>
                <a:gd name="connsiteY22" fmla="*/ 1283308 h 3877901"/>
                <a:gd name="connsiteX23" fmla="*/ 3166614 w 4092701"/>
                <a:gd name="connsiteY23" fmla="*/ 1179736 h 3877901"/>
                <a:gd name="connsiteX24" fmla="*/ 3055694 w 4092701"/>
                <a:gd name="connsiteY24" fmla="*/ 1168662 h 3877901"/>
                <a:gd name="connsiteX25" fmla="*/ 3058692 w 4092701"/>
                <a:gd name="connsiteY25" fmla="*/ 1141968 h 3877901"/>
                <a:gd name="connsiteX26" fmla="*/ 2766154 w 4092701"/>
                <a:gd name="connsiteY26" fmla="*/ 381813 h 3877901"/>
                <a:gd name="connsiteX0" fmla="*/ 2766154 w 4092701"/>
                <a:gd name="connsiteY0" fmla="*/ 381813 h 3881449"/>
                <a:gd name="connsiteX1" fmla="*/ 1987341 w 4092701"/>
                <a:gd name="connsiteY1" fmla="*/ 1833 h 3881449"/>
                <a:gd name="connsiteX2" fmla="*/ 1222171 w 4092701"/>
                <a:gd name="connsiteY2" fmla="*/ 537347 h 3881449"/>
                <a:gd name="connsiteX3" fmla="*/ 1110171 w 4092701"/>
                <a:gd name="connsiteY3" fmla="*/ 1041458 h 3881449"/>
                <a:gd name="connsiteX4" fmla="*/ 1106484 w 4092701"/>
                <a:gd name="connsiteY4" fmla="*/ 1074808 h 3881449"/>
                <a:gd name="connsiteX5" fmla="*/ 1047053 w 4092701"/>
                <a:gd name="connsiteY5" fmla="*/ 1075196 h 3881449"/>
                <a:gd name="connsiteX6" fmla="*/ 735585 w 4092701"/>
                <a:gd name="connsiteY6" fmla="*/ 1115098 h 3881449"/>
                <a:gd name="connsiteX7" fmla="*/ 54696 w 4092701"/>
                <a:gd name="connsiteY7" fmla="*/ 1641911 h 3881449"/>
                <a:gd name="connsiteX8" fmla="*/ 35361 w 4092701"/>
                <a:gd name="connsiteY8" fmla="*/ 2090955 h 3881449"/>
                <a:gd name="connsiteX9" fmla="*/ 346271 w 4092701"/>
                <a:gd name="connsiteY9" fmla="*/ 2587111 h 3881449"/>
                <a:gd name="connsiteX10" fmla="*/ 972599 w 4092701"/>
                <a:gd name="connsiteY10" fmla="*/ 2852401 h 3881449"/>
                <a:gd name="connsiteX11" fmla="*/ 1060734 w 4092701"/>
                <a:gd name="connsiteY11" fmla="*/ 2857309 h 3881449"/>
                <a:gd name="connsiteX12" fmla="*/ 1061036 w 4092701"/>
                <a:gd name="connsiteY12" fmla="*/ 2858254 h 3881449"/>
                <a:gd name="connsiteX13" fmla="*/ 1328685 w 4092701"/>
                <a:gd name="connsiteY13" fmla="*/ 3409006 h 3881449"/>
                <a:gd name="connsiteX14" fmla="*/ 1663245 w 4092701"/>
                <a:gd name="connsiteY14" fmla="*/ 3739779 h 3881449"/>
                <a:gd name="connsiteX15" fmla="*/ 2120003 w 4092701"/>
                <a:gd name="connsiteY15" fmla="*/ 3875953 h 3881449"/>
                <a:gd name="connsiteX16" fmla="*/ 2842544 w 4092701"/>
                <a:gd name="connsiteY16" fmla="*/ 3548072 h 3881449"/>
                <a:gd name="connsiteX17" fmla="*/ 3180945 w 4092701"/>
                <a:gd name="connsiteY17" fmla="*/ 2919966 h 3881449"/>
                <a:gd name="connsiteX18" fmla="*/ 3277252 w 4092701"/>
                <a:gd name="connsiteY18" fmla="*/ 2904353 h 3881449"/>
                <a:gd name="connsiteX19" fmla="*/ 3658328 w 4092701"/>
                <a:gd name="connsiteY19" fmla="*/ 2755071 h 3881449"/>
                <a:gd name="connsiteX20" fmla="*/ 4092611 w 4092701"/>
                <a:gd name="connsiteY20" fmla="*/ 2078252 h 3881449"/>
                <a:gd name="connsiteX21" fmla="*/ 3792506 w 4092701"/>
                <a:gd name="connsiteY21" fmla="*/ 1412528 h 3881449"/>
                <a:gd name="connsiteX22" fmla="*/ 3629571 w 4092701"/>
                <a:gd name="connsiteY22" fmla="*/ 1283308 h 3881449"/>
                <a:gd name="connsiteX23" fmla="*/ 3166614 w 4092701"/>
                <a:gd name="connsiteY23" fmla="*/ 1179736 h 3881449"/>
                <a:gd name="connsiteX24" fmla="*/ 3055694 w 4092701"/>
                <a:gd name="connsiteY24" fmla="*/ 1168662 h 3881449"/>
                <a:gd name="connsiteX25" fmla="*/ 3058692 w 4092701"/>
                <a:gd name="connsiteY25" fmla="*/ 1141968 h 3881449"/>
                <a:gd name="connsiteX26" fmla="*/ 2766154 w 4092701"/>
                <a:gd name="connsiteY26" fmla="*/ 381813 h 3881449"/>
                <a:gd name="connsiteX0" fmla="*/ 2766154 w 4092701"/>
                <a:gd name="connsiteY0" fmla="*/ 381813 h 3881449"/>
                <a:gd name="connsiteX1" fmla="*/ 1987341 w 4092701"/>
                <a:gd name="connsiteY1" fmla="*/ 1833 h 3881449"/>
                <a:gd name="connsiteX2" fmla="*/ 1222171 w 4092701"/>
                <a:gd name="connsiteY2" fmla="*/ 537347 h 3881449"/>
                <a:gd name="connsiteX3" fmla="*/ 1106484 w 4092701"/>
                <a:gd name="connsiteY3" fmla="*/ 1074808 h 3881449"/>
                <a:gd name="connsiteX4" fmla="*/ 1047053 w 4092701"/>
                <a:gd name="connsiteY4" fmla="*/ 1075196 h 3881449"/>
                <a:gd name="connsiteX5" fmla="*/ 735585 w 4092701"/>
                <a:gd name="connsiteY5" fmla="*/ 1115098 h 3881449"/>
                <a:gd name="connsiteX6" fmla="*/ 54696 w 4092701"/>
                <a:gd name="connsiteY6" fmla="*/ 1641911 h 3881449"/>
                <a:gd name="connsiteX7" fmla="*/ 35361 w 4092701"/>
                <a:gd name="connsiteY7" fmla="*/ 2090955 h 3881449"/>
                <a:gd name="connsiteX8" fmla="*/ 346271 w 4092701"/>
                <a:gd name="connsiteY8" fmla="*/ 2587111 h 3881449"/>
                <a:gd name="connsiteX9" fmla="*/ 972599 w 4092701"/>
                <a:gd name="connsiteY9" fmla="*/ 2852401 h 3881449"/>
                <a:gd name="connsiteX10" fmla="*/ 1060734 w 4092701"/>
                <a:gd name="connsiteY10" fmla="*/ 2857309 h 3881449"/>
                <a:gd name="connsiteX11" fmla="*/ 1061036 w 4092701"/>
                <a:gd name="connsiteY11" fmla="*/ 2858254 h 3881449"/>
                <a:gd name="connsiteX12" fmla="*/ 1328685 w 4092701"/>
                <a:gd name="connsiteY12" fmla="*/ 3409006 h 3881449"/>
                <a:gd name="connsiteX13" fmla="*/ 1663245 w 4092701"/>
                <a:gd name="connsiteY13" fmla="*/ 3739779 h 3881449"/>
                <a:gd name="connsiteX14" fmla="*/ 2120003 w 4092701"/>
                <a:gd name="connsiteY14" fmla="*/ 3875953 h 3881449"/>
                <a:gd name="connsiteX15" fmla="*/ 2842544 w 4092701"/>
                <a:gd name="connsiteY15" fmla="*/ 3548072 h 3881449"/>
                <a:gd name="connsiteX16" fmla="*/ 3180945 w 4092701"/>
                <a:gd name="connsiteY16" fmla="*/ 2919966 h 3881449"/>
                <a:gd name="connsiteX17" fmla="*/ 3277252 w 4092701"/>
                <a:gd name="connsiteY17" fmla="*/ 2904353 h 3881449"/>
                <a:gd name="connsiteX18" fmla="*/ 3658328 w 4092701"/>
                <a:gd name="connsiteY18" fmla="*/ 2755071 h 3881449"/>
                <a:gd name="connsiteX19" fmla="*/ 4092611 w 4092701"/>
                <a:gd name="connsiteY19" fmla="*/ 2078252 h 3881449"/>
                <a:gd name="connsiteX20" fmla="*/ 3792506 w 4092701"/>
                <a:gd name="connsiteY20" fmla="*/ 1412528 h 3881449"/>
                <a:gd name="connsiteX21" fmla="*/ 3629571 w 4092701"/>
                <a:gd name="connsiteY21" fmla="*/ 1283308 h 3881449"/>
                <a:gd name="connsiteX22" fmla="*/ 3166614 w 4092701"/>
                <a:gd name="connsiteY22" fmla="*/ 1179736 h 3881449"/>
                <a:gd name="connsiteX23" fmla="*/ 3055694 w 4092701"/>
                <a:gd name="connsiteY23" fmla="*/ 1168662 h 3881449"/>
                <a:gd name="connsiteX24" fmla="*/ 3058692 w 4092701"/>
                <a:gd name="connsiteY24" fmla="*/ 1141968 h 3881449"/>
                <a:gd name="connsiteX25" fmla="*/ 2766154 w 4092701"/>
                <a:gd name="connsiteY25" fmla="*/ 381813 h 3881449"/>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3058692 w 4092701"/>
                <a:gd name="connsiteY24" fmla="*/ 1140299 h 3879780"/>
                <a:gd name="connsiteX25" fmla="*/ 2766154 w 4092701"/>
                <a:gd name="connsiteY25"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563520 w 4092701"/>
                <a:gd name="connsiteY21" fmla="*/ 1251629 h 3879780"/>
                <a:gd name="connsiteX22" fmla="*/ 2961827 w 4092701"/>
                <a:gd name="connsiteY22" fmla="*/ 1123634 h 3879780"/>
                <a:gd name="connsiteX23" fmla="*/ 2766154 w 4092701"/>
                <a:gd name="connsiteY23" fmla="*/ 380144 h 3879780"/>
                <a:gd name="connsiteX0" fmla="*/ 2766154 w 4098239"/>
                <a:gd name="connsiteY0" fmla="*/ 380144 h 3879780"/>
                <a:gd name="connsiteX1" fmla="*/ 1987341 w 4098239"/>
                <a:gd name="connsiteY1" fmla="*/ 164 h 3879780"/>
                <a:gd name="connsiteX2" fmla="*/ 1287264 w 4098239"/>
                <a:gd name="connsiteY2" fmla="*/ 423666 h 3879780"/>
                <a:gd name="connsiteX3" fmla="*/ 1106484 w 4098239"/>
                <a:gd name="connsiteY3" fmla="*/ 1073139 h 3879780"/>
                <a:gd name="connsiteX4" fmla="*/ 1047053 w 4098239"/>
                <a:gd name="connsiteY4" fmla="*/ 1073527 h 3879780"/>
                <a:gd name="connsiteX5" fmla="*/ 735585 w 4098239"/>
                <a:gd name="connsiteY5" fmla="*/ 1113429 h 3879780"/>
                <a:gd name="connsiteX6" fmla="*/ 54696 w 4098239"/>
                <a:gd name="connsiteY6" fmla="*/ 1640242 h 3879780"/>
                <a:gd name="connsiteX7" fmla="*/ 35361 w 4098239"/>
                <a:gd name="connsiteY7" fmla="*/ 2089286 h 3879780"/>
                <a:gd name="connsiteX8" fmla="*/ 346271 w 4098239"/>
                <a:gd name="connsiteY8" fmla="*/ 2585442 h 3879780"/>
                <a:gd name="connsiteX9" fmla="*/ 972599 w 4098239"/>
                <a:gd name="connsiteY9" fmla="*/ 2850732 h 3879780"/>
                <a:gd name="connsiteX10" fmla="*/ 1060734 w 4098239"/>
                <a:gd name="connsiteY10" fmla="*/ 2855640 h 3879780"/>
                <a:gd name="connsiteX11" fmla="*/ 1061036 w 4098239"/>
                <a:gd name="connsiteY11" fmla="*/ 2856585 h 3879780"/>
                <a:gd name="connsiteX12" fmla="*/ 1328685 w 4098239"/>
                <a:gd name="connsiteY12" fmla="*/ 3407337 h 3879780"/>
                <a:gd name="connsiteX13" fmla="*/ 1663245 w 4098239"/>
                <a:gd name="connsiteY13" fmla="*/ 3738110 h 3879780"/>
                <a:gd name="connsiteX14" fmla="*/ 2120003 w 4098239"/>
                <a:gd name="connsiteY14" fmla="*/ 3874284 h 3879780"/>
                <a:gd name="connsiteX15" fmla="*/ 2842544 w 4098239"/>
                <a:gd name="connsiteY15" fmla="*/ 3546403 h 3879780"/>
                <a:gd name="connsiteX16" fmla="*/ 3180945 w 4098239"/>
                <a:gd name="connsiteY16" fmla="*/ 2918297 h 3879780"/>
                <a:gd name="connsiteX17" fmla="*/ 3277252 w 4098239"/>
                <a:gd name="connsiteY17" fmla="*/ 2902684 h 3879780"/>
                <a:gd name="connsiteX18" fmla="*/ 3658328 w 4098239"/>
                <a:gd name="connsiteY18" fmla="*/ 2753402 h 3879780"/>
                <a:gd name="connsiteX19" fmla="*/ 4092611 w 4098239"/>
                <a:gd name="connsiteY19" fmla="*/ 2076583 h 3879780"/>
                <a:gd name="connsiteX20" fmla="*/ 3883204 w 4098239"/>
                <a:gd name="connsiteY20" fmla="*/ 1498198 h 3879780"/>
                <a:gd name="connsiteX21" fmla="*/ 3563520 w 4098239"/>
                <a:gd name="connsiteY21" fmla="*/ 1251629 h 3879780"/>
                <a:gd name="connsiteX22" fmla="*/ 2961827 w 4098239"/>
                <a:gd name="connsiteY22" fmla="*/ 1123634 h 3879780"/>
                <a:gd name="connsiteX23" fmla="*/ 2766154 w 4098239"/>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180945 w 4098240"/>
                <a:gd name="connsiteY16" fmla="*/ 2918297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735585 w 4098240"/>
                <a:gd name="connsiteY4" fmla="*/ 1113429 h 3879780"/>
                <a:gd name="connsiteX5" fmla="*/ 54696 w 4098240"/>
                <a:gd name="connsiteY5" fmla="*/ 1640242 h 3879780"/>
                <a:gd name="connsiteX6" fmla="*/ 35361 w 4098240"/>
                <a:gd name="connsiteY6" fmla="*/ 2089286 h 3879780"/>
                <a:gd name="connsiteX7" fmla="*/ 346271 w 4098240"/>
                <a:gd name="connsiteY7" fmla="*/ 2585442 h 3879780"/>
                <a:gd name="connsiteX8" fmla="*/ 972599 w 4098240"/>
                <a:gd name="connsiteY8" fmla="*/ 2850732 h 3879780"/>
                <a:gd name="connsiteX9" fmla="*/ 1060734 w 4098240"/>
                <a:gd name="connsiteY9" fmla="*/ 2855640 h 3879780"/>
                <a:gd name="connsiteX10" fmla="*/ 1061036 w 4098240"/>
                <a:gd name="connsiteY10" fmla="*/ 2856585 h 3879780"/>
                <a:gd name="connsiteX11" fmla="*/ 1328685 w 4098240"/>
                <a:gd name="connsiteY11" fmla="*/ 3407337 h 3879780"/>
                <a:gd name="connsiteX12" fmla="*/ 1663245 w 4098240"/>
                <a:gd name="connsiteY12" fmla="*/ 3738110 h 3879780"/>
                <a:gd name="connsiteX13" fmla="*/ 2120003 w 4098240"/>
                <a:gd name="connsiteY13" fmla="*/ 3874284 h 3879780"/>
                <a:gd name="connsiteX14" fmla="*/ 2842544 w 4098240"/>
                <a:gd name="connsiteY14" fmla="*/ 3546403 h 3879780"/>
                <a:gd name="connsiteX15" fmla="*/ 3094714 w 4098240"/>
                <a:gd name="connsiteY15" fmla="*/ 2881564 h 3879780"/>
                <a:gd name="connsiteX16" fmla="*/ 3277252 w 4098240"/>
                <a:gd name="connsiteY16" fmla="*/ 2902684 h 3879780"/>
                <a:gd name="connsiteX17" fmla="*/ 3658328 w 4098240"/>
                <a:gd name="connsiteY17" fmla="*/ 2753402 h 3879780"/>
                <a:gd name="connsiteX18" fmla="*/ 4092611 w 4098240"/>
                <a:gd name="connsiteY18" fmla="*/ 2076583 h 3879780"/>
                <a:gd name="connsiteX19" fmla="*/ 3883204 w 4098240"/>
                <a:gd name="connsiteY19" fmla="*/ 1498198 h 3879780"/>
                <a:gd name="connsiteX20" fmla="*/ 3563292 w 4098240"/>
                <a:gd name="connsiteY20" fmla="*/ 1217814 h 3879780"/>
                <a:gd name="connsiteX21" fmla="*/ 2961827 w 4098240"/>
                <a:gd name="connsiteY21" fmla="*/ 1123634 h 3879780"/>
                <a:gd name="connsiteX22" fmla="*/ 2766154 w 4098240"/>
                <a:gd name="connsiteY22" fmla="*/ 380144 h 3879780"/>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3499"/>
                <a:gd name="connsiteY0" fmla="*/ 380144 h 3891029"/>
                <a:gd name="connsiteX1" fmla="*/ 1987341 w 4093499"/>
                <a:gd name="connsiteY1" fmla="*/ 164 h 3891029"/>
                <a:gd name="connsiteX2" fmla="*/ 1287264 w 4093499"/>
                <a:gd name="connsiteY2" fmla="*/ 423666 h 3891029"/>
                <a:gd name="connsiteX3" fmla="*/ 1106484 w 4093499"/>
                <a:gd name="connsiteY3" fmla="*/ 1073139 h 3891029"/>
                <a:gd name="connsiteX4" fmla="*/ 735585 w 4093499"/>
                <a:gd name="connsiteY4" fmla="*/ 1113429 h 3891029"/>
                <a:gd name="connsiteX5" fmla="*/ 54696 w 4093499"/>
                <a:gd name="connsiteY5" fmla="*/ 1640242 h 3891029"/>
                <a:gd name="connsiteX6" fmla="*/ 35361 w 4093499"/>
                <a:gd name="connsiteY6" fmla="*/ 2089286 h 3891029"/>
                <a:gd name="connsiteX7" fmla="*/ 346271 w 4093499"/>
                <a:gd name="connsiteY7" fmla="*/ 2585442 h 3891029"/>
                <a:gd name="connsiteX8" fmla="*/ 972599 w 4093499"/>
                <a:gd name="connsiteY8" fmla="*/ 2850732 h 3891029"/>
                <a:gd name="connsiteX9" fmla="*/ 1060734 w 4093499"/>
                <a:gd name="connsiteY9" fmla="*/ 2855640 h 3891029"/>
                <a:gd name="connsiteX10" fmla="*/ 1061036 w 4093499"/>
                <a:gd name="connsiteY10" fmla="*/ 2856585 h 3891029"/>
                <a:gd name="connsiteX11" fmla="*/ 1663245 w 4093499"/>
                <a:gd name="connsiteY11" fmla="*/ 3738110 h 3891029"/>
                <a:gd name="connsiteX12" fmla="*/ 2120003 w 4093499"/>
                <a:gd name="connsiteY12" fmla="*/ 3874284 h 3891029"/>
                <a:gd name="connsiteX13" fmla="*/ 2842544 w 4093499"/>
                <a:gd name="connsiteY13" fmla="*/ 3546403 h 3891029"/>
                <a:gd name="connsiteX14" fmla="*/ 3094714 w 4093499"/>
                <a:gd name="connsiteY14" fmla="*/ 2881564 h 3891029"/>
                <a:gd name="connsiteX15" fmla="*/ 3277252 w 4093499"/>
                <a:gd name="connsiteY15" fmla="*/ 2902684 h 3891029"/>
                <a:gd name="connsiteX16" fmla="*/ 3658328 w 4093499"/>
                <a:gd name="connsiteY16" fmla="*/ 2753402 h 3891029"/>
                <a:gd name="connsiteX17" fmla="*/ 4092611 w 4093499"/>
                <a:gd name="connsiteY17" fmla="*/ 2076583 h 3891029"/>
                <a:gd name="connsiteX18" fmla="*/ 3563292 w 4093499"/>
                <a:gd name="connsiteY18" fmla="*/ 1217814 h 3891029"/>
                <a:gd name="connsiteX19" fmla="*/ 2961827 w 4093499"/>
                <a:gd name="connsiteY19" fmla="*/ 1123634 h 3891029"/>
                <a:gd name="connsiteX20" fmla="*/ 2766154 w 4093499"/>
                <a:gd name="connsiteY20" fmla="*/ 380144 h 3891029"/>
                <a:gd name="connsiteX0" fmla="*/ 2766154 w 4082825"/>
                <a:gd name="connsiteY0" fmla="*/ 380144 h 3891029"/>
                <a:gd name="connsiteX1" fmla="*/ 1987341 w 4082825"/>
                <a:gd name="connsiteY1" fmla="*/ 164 h 3891029"/>
                <a:gd name="connsiteX2" fmla="*/ 1287264 w 4082825"/>
                <a:gd name="connsiteY2" fmla="*/ 423666 h 3891029"/>
                <a:gd name="connsiteX3" fmla="*/ 1106484 w 4082825"/>
                <a:gd name="connsiteY3" fmla="*/ 1073139 h 3891029"/>
                <a:gd name="connsiteX4" fmla="*/ 735585 w 4082825"/>
                <a:gd name="connsiteY4" fmla="*/ 1113429 h 3891029"/>
                <a:gd name="connsiteX5" fmla="*/ 54696 w 4082825"/>
                <a:gd name="connsiteY5" fmla="*/ 1640242 h 3891029"/>
                <a:gd name="connsiteX6" fmla="*/ 35361 w 4082825"/>
                <a:gd name="connsiteY6" fmla="*/ 2089286 h 3891029"/>
                <a:gd name="connsiteX7" fmla="*/ 346271 w 4082825"/>
                <a:gd name="connsiteY7" fmla="*/ 2585442 h 3891029"/>
                <a:gd name="connsiteX8" fmla="*/ 972599 w 4082825"/>
                <a:gd name="connsiteY8" fmla="*/ 2850732 h 3891029"/>
                <a:gd name="connsiteX9" fmla="*/ 1060734 w 4082825"/>
                <a:gd name="connsiteY9" fmla="*/ 2855640 h 3891029"/>
                <a:gd name="connsiteX10" fmla="*/ 1061036 w 4082825"/>
                <a:gd name="connsiteY10" fmla="*/ 2856585 h 3891029"/>
                <a:gd name="connsiteX11" fmla="*/ 1663245 w 4082825"/>
                <a:gd name="connsiteY11" fmla="*/ 3738110 h 3891029"/>
                <a:gd name="connsiteX12" fmla="*/ 2120003 w 4082825"/>
                <a:gd name="connsiteY12" fmla="*/ 3874284 h 3891029"/>
                <a:gd name="connsiteX13" fmla="*/ 2842544 w 4082825"/>
                <a:gd name="connsiteY13" fmla="*/ 3546403 h 3891029"/>
                <a:gd name="connsiteX14" fmla="*/ 3094714 w 4082825"/>
                <a:gd name="connsiteY14" fmla="*/ 2881564 h 3891029"/>
                <a:gd name="connsiteX15" fmla="*/ 3277252 w 4082825"/>
                <a:gd name="connsiteY15" fmla="*/ 2902684 h 3891029"/>
                <a:gd name="connsiteX16" fmla="*/ 3658328 w 4082825"/>
                <a:gd name="connsiteY16" fmla="*/ 2753402 h 3891029"/>
                <a:gd name="connsiteX17" fmla="*/ 4082234 w 4082825"/>
                <a:gd name="connsiteY17" fmla="*/ 1931490 h 3891029"/>
                <a:gd name="connsiteX18" fmla="*/ 3563292 w 4082825"/>
                <a:gd name="connsiteY18" fmla="*/ 1217814 h 3891029"/>
                <a:gd name="connsiteX19" fmla="*/ 2961827 w 4082825"/>
                <a:gd name="connsiteY19" fmla="*/ 1123634 h 3891029"/>
                <a:gd name="connsiteX20" fmla="*/ 2766154 w 4082825"/>
                <a:gd name="connsiteY20" fmla="*/ 380144 h 3891029"/>
                <a:gd name="connsiteX0" fmla="*/ 2766154 w 4084560"/>
                <a:gd name="connsiteY0" fmla="*/ 380144 h 3891029"/>
                <a:gd name="connsiteX1" fmla="*/ 1987341 w 4084560"/>
                <a:gd name="connsiteY1" fmla="*/ 164 h 3891029"/>
                <a:gd name="connsiteX2" fmla="*/ 1287264 w 4084560"/>
                <a:gd name="connsiteY2" fmla="*/ 423666 h 3891029"/>
                <a:gd name="connsiteX3" fmla="*/ 1106484 w 4084560"/>
                <a:gd name="connsiteY3" fmla="*/ 1073139 h 3891029"/>
                <a:gd name="connsiteX4" fmla="*/ 735585 w 4084560"/>
                <a:gd name="connsiteY4" fmla="*/ 1113429 h 3891029"/>
                <a:gd name="connsiteX5" fmla="*/ 54696 w 4084560"/>
                <a:gd name="connsiteY5" fmla="*/ 1640242 h 3891029"/>
                <a:gd name="connsiteX6" fmla="*/ 35361 w 4084560"/>
                <a:gd name="connsiteY6" fmla="*/ 2089286 h 3891029"/>
                <a:gd name="connsiteX7" fmla="*/ 346271 w 4084560"/>
                <a:gd name="connsiteY7" fmla="*/ 2585442 h 3891029"/>
                <a:gd name="connsiteX8" fmla="*/ 972599 w 4084560"/>
                <a:gd name="connsiteY8" fmla="*/ 2850732 h 3891029"/>
                <a:gd name="connsiteX9" fmla="*/ 1060734 w 4084560"/>
                <a:gd name="connsiteY9" fmla="*/ 2855640 h 3891029"/>
                <a:gd name="connsiteX10" fmla="*/ 1061036 w 4084560"/>
                <a:gd name="connsiteY10" fmla="*/ 2856585 h 3891029"/>
                <a:gd name="connsiteX11" fmla="*/ 1663245 w 4084560"/>
                <a:gd name="connsiteY11" fmla="*/ 3738110 h 3891029"/>
                <a:gd name="connsiteX12" fmla="*/ 2120003 w 4084560"/>
                <a:gd name="connsiteY12" fmla="*/ 3874284 h 3891029"/>
                <a:gd name="connsiteX13" fmla="*/ 2842544 w 4084560"/>
                <a:gd name="connsiteY13" fmla="*/ 3546403 h 3891029"/>
                <a:gd name="connsiteX14" fmla="*/ 3094714 w 4084560"/>
                <a:gd name="connsiteY14" fmla="*/ 2881564 h 3891029"/>
                <a:gd name="connsiteX15" fmla="*/ 3277252 w 4084560"/>
                <a:gd name="connsiteY15" fmla="*/ 2902684 h 3891029"/>
                <a:gd name="connsiteX16" fmla="*/ 3734830 w 4084560"/>
                <a:gd name="connsiteY16" fmla="*/ 2744508 h 3891029"/>
                <a:gd name="connsiteX17" fmla="*/ 4082234 w 4084560"/>
                <a:gd name="connsiteY17" fmla="*/ 1931490 h 3891029"/>
                <a:gd name="connsiteX18" fmla="*/ 3563292 w 4084560"/>
                <a:gd name="connsiteY18" fmla="*/ 1217814 h 3891029"/>
                <a:gd name="connsiteX19" fmla="*/ 2961827 w 4084560"/>
                <a:gd name="connsiteY19" fmla="*/ 1123634 h 3891029"/>
                <a:gd name="connsiteX20" fmla="*/ 2766154 w 4084560"/>
                <a:gd name="connsiteY20" fmla="*/ 380144 h 3891029"/>
                <a:gd name="connsiteX0" fmla="*/ 2766154 w 4084429"/>
                <a:gd name="connsiteY0" fmla="*/ 380144 h 3891029"/>
                <a:gd name="connsiteX1" fmla="*/ 1987341 w 4084429"/>
                <a:gd name="connsiteY1" fmla="*/ 164 h 3891029"/>
                <a:gd name="connsiteX2" fmla="*/ 1287264 w 4084429"/>
                <a:gd name="connsiteY2" fmla="*/ 423666 h 3891029"/>
                <a:gd name="connsiteX3" fmla="*/ 1106484 w 4084429"/>
                <a:gd name="connsiteY3" fmla="*/ 1073139 h 3891029"/>
                <a:gd name="connsiteX4" fmla="*/ 735585 w 4084429"/>
                <a:gd name="connsiteY4" fmla="*/ 1113429 h 3891029"/>
                <a:gd name="connsiteX5" fmla="*/ 54696 w 4084429"/>
                <a:gd name="connsiteY5" fmla="*/ 1640242 h 3891029"/>
                <a:gd name="connsiteX6" fmla="*/ 35361 w 4084429"/>
                <a:gd name="connsiteY6" fmla="*/ 2089286 h 3891029"/>
                <a:gd name="connsiteX7" fmla="*/ 346271 w 4084429"/>
                <a:gd name="connsiteY7" fmla="*/ 2585442 h 3891029"/>
                <a:gd name="connsiteX8" fmla="*/ 972599 w 4084429"/>
                <a:gd name="connsiteY8" fmla="*/ 2850732 h 3891029"/>
                <a:gd name="connsiteX9" fmla="*/ 1060734 w 4084429"/>
                <a:gd name="connsiteY9" fmla="*/ 2855640 h 3891029"/>
                <a:gd name="connsiteX10" fmla="*/ 1061036 w 4084429"/>
                <a:gd name="connsiteY10" fmla="*/ 2856585 h 3891029"/>
                <a:gd name="connsiteX11" fmla="*/ 1663245 w 4084429"/>
                <a:gd name="connsiteY11" fmla="*/ 3738110 h 3891029"/>
                <a:gd name="connsiteX12" fmla="*/ 2120003 w 4084429"/>
                <a:gd name="connsiteY12" fmla="*/ 3874284 h 3891029"/>
                <a:gd name="connsiteX13" fmla="*/ 2842544 w 4084429"/>
                <a:gd name="connsiteY13" fmla="*/ 3546403 h 3891029"/>
                <a:gd name="connsiteX14" fmla="*/ 3094714 w 4084429"/>
                <a:gd name="connsiteY14" fmla="*/ 2881564 h 3891029"/>
                <a:gd name="connsiteX15" fmla="*/ 3373766 w 4084429"/>
                <a:gd name="connsiteY15" fmla="*/ 2894533 h 3891029"/>
                <a:gd name="connsiteX16" fmla="*/ 3734830 w 4084429"/>
                <a:gd name="connsiteY16" fmla="*/ 2744508 h 3891029"/>
                <a:gd name="connsiteX17" fmla="*/ 4082234 w 4084429"/>
                <a:gd name="connsiteY17" fmla="*/ 1931490 h 3891029"/>
                <a:gd name="connsiteX18" fmla="*/ 3563292 w 4084429"/>
                <a:gd name="connsiteY18" fmla="*/ 1217814 h 3891029"/>
                <a:gd name="connsiteX19" fmla="*/ 2961827 w 4084429"/>
                <a:gd name="connsiteY19" fmla="*/ 1123634 h 3891029"/>
                <a:gd name="connsiteX20" fmla="*/ 2766154 w 4084429"/>
                <a:gd name="connsiteY20" fmla="*/ 380144 h 3891029"/>
                <a:gd name="connsiteX0" fmla="*/ 2766154 w 4087428"/>
                <a:gd name="connsiteY0" fmla="*/ 380144 h 3891029"/>
                <a:gd name="connsiteX1" fmla="*/ 1987341 w 4087428"/>
                <a:gd name="connsiteY1" fmla="*/ 164 h 3891029"/>
                <a:gd name="connsiteX2" fmla="*/ 1287264 w 4087428"/>
                <a:gd name="connsiteY2" fmla="*/ 423666 h 3891029"/>
                <a:gd name="connsiteX3" fmla="*/ 1106484 w 4087428"/>
                <a:gd name="connsiteY3" fmla="*/ 1073139 h 3891029"/>
                <a:gd name="connsiteX4" fmla="*/ 735585 w 4087428"/>
                <a:gd name="connsiteY4" fmla="*/ 1113429 h 3891029"/>
                <a:gd name="connsiteX5" fmla="*/ 54696 w 4087428"/>
                <a:gd name="connsiteY5" fmla="*/ 1640242 h 3891029"/>
                <a:gd name="connsiteX6" fmla="*/ 35361 w 4087428"/>
                <a:gd name="connsiteY6" fmla="*/ 2089286 h 3891029"/>
                <a:gd name="connsiteX7" fmla="*/ 346271 w 4087428"/>
                <a:gd name="connsiteY7" fmla="*/ 2585442 h 3891029"/>
                <a:gd name="connsiteX8" fmla="*/ 972599 w 4087428"/>
                <a:gd name="connsiteY8" fmla="*/ 2850732 h 3891029"/>
                <a:gd name="connsiteX9" fmla="*/ 1060734 w 4087428"/>
                <a:gd name="connsiteY9" fmla="*/ 2855640 h 3891029"/>
                <a:gd name="connsiteX10" fmla="*/ 1061036 w 4087428"/>
                <a:gd name="connsiteY10" fmla="*/ 2856585 h 3891029"/>
                <a:gd name="connsiteX11" fmla="*/ 1663245 w 4087428"/>
                <a:gd name="connsiteY11" fmla="*/ 3738110 h 3891029"/>
                <a:gd name="connsiteX12" fmla="*/ 2120003 w 4087428"/>
                <a:gd name="connsiteY12" fmla="*/ 3874284 h 3891029"/>
                <a:gd name="connsiteX13" fmla="*/ 2842544 w 4087428"/>
                <a:gd name="connsiteY13" fmla="*/ 3546403 h 3891029"/>
                <a:gd name="connsiteX14" fmla="*/ 3094714 w 4087428"/>
                <a:gd name="connsiteY14" fmla="*/ 2881564 h 3891029"/>
                <a:gd name="connsiteX15" fmla="*/ 3373766 w 4087428"/>
                <a:gd name="connsiteY15" fmla="*/ 2894533 h 3891029"/>
                <a:gd name="connsiteX16" fmla="*/ 3803479 w 4087428"/>
                <a:gd name="connsiteY16" fmla="*/ 2731413 h 3891029"/>
                <a:gd name="connsiteX17" fmla="*/ 4082234 w 4087428"/>
                <a:gd name="connsiteY17" fmla="*/ 1931490 h 3891029"/>
                <a:gd name="connsiteX18" fmla="*/ 3563292 w 4087428"/>
                <a:gd name="connsiteY18" fmla="*/ 1217814 h 3891029"/>
                <a:gd name="connsiteX19" fmla="*/ 2961827 w 4087428"/>
                <a:gd name="connsiteY19" fmla="*/ 1123634 h 3891029"/>
                <a:gd name="connsiteX20" fmla="*/ 2766154 w 4087428"/>
                <a:gd name="connsiteY20" fmla="*/ 380144 h 3891029"/>
                <a:gd name="connsiteX0" fmla="*/ 2766154 w 4088969"/>
                <a:gd name="connsiteY0" fmla="*/ 380144 h 3891029"/>
                <a:gd name="connsiteX1" fmla="*/ 1987341 w 4088969"/>
                <a:gd name="connsiteY1" fmla="*/ 164 h 3891029"/>
                <a:gd name="connsiteX2" fmla="*/ 1287264 w 4088969"/>
                <a:gd name="connsiteY2" fmla="*/ 423666 h 3891029"/>
                <a:gd name="connsiteX3" fmla="*/ 1106484 w 4088969"/>
                <a:gd name="connsiteY3" fmla="*/ 1073139 h 3891029"/>
                <a:gd name="connsiteX4" fmla="*/ 735585 w 4088969"/>
                <a:gd name="connsiteY4" fmla="*/ 1113429 h 3891029"/>
                <a:gd name="connsiteX5" fmla="*/ 54696 w 4088969"/>
                <a:gd name="connsiteY5" fmla="*/ 1640242 h 3891029"/>
                <a:gd name="connsiteX6" fmla="*/ 35361 w 4088969"/>
                <a:gd name="connsiteY6" fmla="*/ 2089286 h 3891029"/>
                <a:gd name="connsiteX7" fmla="*/ 346271 w 4088969"/>
                <a:gd name="connsiteY7" fmla="*/ 2585442 h 3891029"/>
                <a:gd name="connsiteX8" fmla="*/ 972599 w 4088969"/>
                <a:gd name="connsiteY8" fmla="*/ 2850732 h 3891029"/>
                <a:gd name="connsiteX9" fmla="*/ 1060734 w 4088969"/>
                <a:gd name="connsiteY9" fmla="*/ 2855640 h 3891029"/>
                <a:gd name="connsiteX10" fmla="*/ 1061036 w 4088969"/>
                <a:gd name="connsiteY10" fmla="*/ 2856585 h 3891029"/>
                <a:gd name="connsiteX11" fmla="*/ 1663245 w 4088969"/>
                <a:gd name="connsiteY11" fmla="*/ 3738110 h 3891029"/>
                <a:gd name="connsiteX12" fmla="*/ 2120003 w 4088969"/>
                <a:gd name="connsiteY12" fmla="*/ 3874284 h 3891029"/>
                <a:gd name="connsiteX13" fmla="*/ 2842544 w 4088969"/>
                <a:gd name="connsiteY13" fmla="*/ 3546403 h 3891029"/>
                <a:gd name="connsiteX14" fmla="*/ 3094714 w 4088969"/>
                <a:gd name="connsiteY14" fmla="*/ 2881564 h 3891029"/>
                <a:gd name="connsiteX15" fmla="*/ 3373766 w 4088969"/>
                <a:gd name="connsiteY15" fmla="*/ 2894533 h 3891029"/>
                <a:gd name="connsiteX16" fmla="*/ 3803479 w 4088969"/>
                <a:gd name="connsiteY16" fmla="*/ 2731413 h 3891029"/>
                <a:gd name="connsiteX17" fmla="*/ 4082234 w 4088969"/>
                <a:gd name="connsiteY17" fmla="*/ 1931490 h 3891029"/>
                <a:gd name="connsiteX18" fmla="*/ 3563292 w 4088969"/>
                <a:gd name="connsiteY18" fmla="*/ 1217814 h 3891029"/>
                <a:gd name="connsiteX19" fmla="*/ 2961827 w 4088969"/>
                <a:gd name="connsiteY19" fmla="*/ 1123634 h 3891029"/>
                <a:gd name="connsiteX20" fmla="*/ 2766154 w 4088969"/>
                <a:gd name="connsiteY20" fmla="*/ 380144 h 3891029"/>
                <a:gd name="connsiteX0" fmla="*/ 2766154 w 4088969"/>
                <a:gd name="connsiteY0" fmla="*/ 379982 h 3890867"/>
                <a:gd name="connsiteX1" fmla="*/ 1987341 w 4088969"/>
                <a:gd name="connsiteY1" fmla="*/ 2 h 3890867"/>
                <a:gd name="connsiteX2" fmla="*/ 1287264 w 4088969"/>
                <a:gd name="connsiteY2" fmla="*/ 423504 h 3890867"/>
                <a:gd name="connsiteX3" fmla="*/ 1106484 w 4088969"/>
                <a:gd name="connsiteY3" fmla="*/ 1072977 h 3890867"/>
                <a:gd name="connsiteX4" fmla="*/ 735585 w 4088969"/>
                <a:gd name="connsiteY4" fmla="*/ 1113267 h 3890867"/>
                <a:gd name="connsiteX5" fmla="*/ 54696 w 4088969"/>
                <a:gd name="connsiteY5" fmla="*/ 1640080 h 3890867"/>
                <a:gd name="connsiteX6" fmla="*/ 35361 w 4088969"/>
                <a:gd name="connsiteY6" fmla="*/ 2089124 h 3890867"/>
                <a:gd name="connsiteX7" fmla="*/ 346271 w 4088969"/>
                <a:gd name="connsiteY7" fmla="*/ 2585280 h 3890867"/>
                <a:gd name="connsiteX8" fmla="*/ 972599 w 4088969"/>
                <a:gd name="connsiteY8" fmla="*/ 2850570 h 3890867"/>
                <a:gd name="connsiteX9" fmla="*/ 1060734 w 4088969"/>
                <a:gd name="connsiteY9" fmla="*/ 2855478 h 3890867"/>
                <a:gd name="connsiteX10" fmla="*/ 1061036 w 4088969"/>
                <a:gd name="connsiteY10" fmla="*/ 2856423 h 3890867"/>
                <a:gd name="connsiteX11" fmla="*/ 1663245 w 4088969"/>
                <a:gd name="connsiteY11" fmla="*/ 3737948 h 3890867"/>
                <a:gd name="connsiteX12" fmla="*/ 2120003 w 4088969"/>
                <a:gd name="connsiteY12" fmla="*/ 3874122 h 3890867"/>
                <a:gd name="connsiteX13" fmla="*/ 2842544 w 4088969"/>
                <a:gd name="connsiteY13" fmla="*/ 3546241 h 3890867"/>
                <a:gd name="connsiteX14" fmla="*/ 3094714 w 4088969"/>
                <a:gd name="connsiteY14" fmla="*/ 2881402 h 3890867"/>
                <a:gd name="connsiteX15" fmla="*/ 3373766 w 4088969"/>
                <a:gd name="connsiteY15" fmla="*/ 2894371 h 3890867"/>
                <a:gd name="connsiteX16" fmla="*/ 3803479 w 4088969"/>
                <a:gd name="connsiteY16" fmla="*/ 2731251 h 3890867"/>
                <a:gd name="connsiteX17" fmla="*/ 4082234 w 4088969"/>
                <a:gd name="connsiteY17" fmla="*/ 1931328 h 3890867"/>
                <a:gd name="connsiteX18" fmla="*/ 3563292 w 4088969"/>
                <a:gd name="connsiteY18" fmla="*/ 1217652 h 3890867"/>
                <a:gd name="connsiteX19" fmla="*/ 2961827 w 4088969"/>
                <a:gd name="connsiteY19" fmla="*/ 1123472 h 3890867"/>
                <a:gd name="connsiteX20" fmla="*/ 2766154 w 4088969"/>
                <a:gd name="connsiteY20" fmla="*/ 379982 h 3890867"/>
                <a:gd name="connsiteX0" fmla="*/ 2766154 w 4088969"/>
                <a:gd name="connsiteY0" fmla="*/ 379982 h 3776692"/>
                <a:gd name="connsiteX1" fmla="*/ 1987341 w 4088969"/>
                <a:gd name="connsiteY1" fmla="*/ 2 h 3776692"/>
                <a:gd name="connsiteX2" fmla="*/ 1287264 w 4088969"/>
                <a:gd name="connsiteY2" fmla="*/ 423504 h 3776692"/>
                <a:gd name="connsiteX3" fmla="*/ 1106484 w 4088969"/>
                <a:gd name="connsiteY3" fmla="*/ 1072977 h 3776692"/>
                <a:gd name="connsiteX4" fmla="*/ 735585 w 4088969"/>
                <a:gd name="connsiteY4" fmla="*/ 1113267 h 3776692"/>
                <a:gd name="connsiteX5" fmla="*/ 54696 w 4088969"/>
                <a:gd name="connsiteY5" fmla="*/ 1640080 h 3776692"/>
                <a:gd name="connsiteX6" fmla="*/ 35361 w 4088969"/>
                <a:gd name="connsiteY6" fmla="*/ 2089124 h 3776692"/>
                <a:gd name="connsiteX7" fmla="*/ 346271 w 4088969"/>
                <a:gd name="connsiteY7" fmla="*/ 2585280 h 3776692"/>
                <a:gd name="connsiteX8" fmla="*/ 972599 w 4088969"/>
                <a:gd name="connsiteY8" fmla="*/ 2850570 h 3776692"/>
                <a:gd name="connsiteX9" fmla="*/ 1060734 w 4088969"/>
                <a:gd name="connsiteY9" fmla="*/ 2855478 h 3776692"/>
                <a:gd name="connsiteX10" fmla="*/ 1061036 w 4088969"/>
                <a:gd name="connsiteY10" fmla="*/ 2856423 h 3776692"/>
                <a:gd name="connsiteX11" fmla="*/ 1663245 w 4088969"/>
                <a:gd name="connsiteY11" fmla="*/ 3737948 h 3776692"/>
                <a:gd name="connsiteX12" fmla="*/ 2842544 w 4088969"/>
                <a:gd name="connsiteY12" fmla="*/ 3546241 h 3776692"/>
                <a:gd name="connsiteX13" fmla="*/ 3094714 w 4088969"/>
                <a:gd name="connsiteY13" fmla="*/ 2881402 h 3776692"/>
                <a:gd name="connsiteX14" fmla="*/ 3373766 w 4088969"/>
                <a:gd name="connsiteY14" fmla="*/ 2894371 h 3776692"/>
                <a:gd name="connsiteX15" fmla="*/ 3803479 w 4088969"/>
                <a:gd name="connsiteY15" fmla="*/ 2731251 h 3776692"/>
                <a:gd name="connsiteX16" fmla="*/ 4082234 w 4088969"/>
                <a:gd name="connsiteY16" fmla="*/ 1931328 h 3776692"/>
                <a:gd name="connsiteX17" fmla="*/ 3563292 w 4088969"/>
                <a:gd name="connsiteY17" fmla="*/ 1217652 h 3776692"/>
                <a:gd name="connsiteX18" fmla="*/ 2961827 w 4088969"/>
                <a:gd name="connsiteY18" fmla="*/ 1123472 h 3776692"/>
                <a:gd name="connsiteX19" fmla="*/ 2766154 w 4088969"/>
                <a:gd name="connsiteY19" fmla="*/ 379982 h 3776692"/>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061036 w 4088969"/>
                <a:gd name="connsiteY10" fmla="*/ 2856423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969" h="3878124">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2" name="Group 41">
              <a:extLst>
                <a:ext uri="{FF2B5EF4-FFF2-40B4-BE49-F238E27FC236}">
                  <a16:creationId xmlns:a16="http://schemas.microsoft.com/office/drawing/2014/main" id="{1A7FBF4F-8045-37FA-66AE-2A42F8BFD51C}"/>
                </a:ext>
              </a:extLst>
            </p:cNvPr>
            <p:cNvGrpSpPr/>
            <p:nvPr/>
          </p:nvGrpSpPr>
          <p:grpSpPr>
            <a:xfrm rot="20772672">
              <a:off x="7913761" y="5937031"/>
              <a:ext cx="564223" cy="341935"/>
              <a:chOff x="6784866" y="7800837"/>
              <a:chExt cx="564223" cy="341935"/>
            </a:xfrm>
          </p:grpSpPr>
          <p:sp>
            <p:nvSpPr>
              <p:cNvPr id="19" name="Freeform: Shape 25">
                <a:extLst>
                  <a:ext uri="{FF2B5EF4-FFF2-40B4-BE49-F238E27FC236}">
                    <a16:creationId xmlns:a16="http://schemas.microsoft.com/office/drawing/2014/main" id="{5C2D26DD-4B39-3E13-A14D-F6C0BA79EEDD}"/>
                  </a:ext>
                </a:extLst>
              </p:cNvPr>
              <p:cNvSpPr/>
              <p:nvPr/>
            </p:nvSpPr>
            <p:spPr>
              <a:xfrm rot="5636109">
                <a:off x="7202413" y="7781565"/>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6">
                <a:extLst>
                  <a:ext uri="{FF2B5EF4-FFF2-40B4-BE49-F238E27FC236}">
                    <a16:creationId xmlns:a16="http://schemas.microsoft.com/office/drawing/2014/main" id="{41C68EFC-B94B-E5A1-4802-DF487B5F20E3}"/>
                  </a:ext>
                </a:extLst>
              </p:cNvPr>
              <p:cNvSpPr/>
              <p:nvPr/>
            </p:nvSpPr>
            <p:spPr>
              <a:xfrm rot="17418376">
                <a:off x="6819714" y="7765989"/>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7">
                <a:extLst>
                  <a:ext uri="{FF2B5EF4-FFF2-40B4-BE49-F238E27FC236}">
                    <a16:creationId xmlns:a16="http://schemas.microsoft.com/office/drawing/2014/main" id="{B5CC7658-60C4-FF72-1C50-56D5D3524E48}"/>
                  </a:ext>
                </a:extLst>
              </p:cNvPr>
              <p:cNvSpPr/>
              <p:nvPr/>
            </p:nvSpPr>
            <p:spPr>
              <a:xfrm flipH="1">
                <a:off x="6980154" y="8100376"/>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3FC1D961-B4FF-219B-8CD7-A6565162746D}"/>
                </a:ext>
              </a:extLst>
            </p:cNvPr>
            <p:cNvGrpSpPr/>
            <p:nvPr/>
          </p:nvGrpSpPr>
          <p:grpSpPr>
            <a:xfrm rot="624441">
              <a:off x="11314449" y="5797424"/>
              <a:ext cx="347700" cy="169075"/>
              <a:chOff x="7513110" y="1453584"/>
              <a:chExt cx="506217" cy="246156"/>
            </a:xfrm>
          </p:grpSpPr>
          <p:sp>
            <p:nvSpPr>
              <p:cNvPr id="25" name="Oval 24">
                <a:extLst>
                  <a:ext uri="{FF2B5EF4-FFF2-40B4-BE49-F238E27FC236}">
                    <a16:creationId xmlns:a16="http://schemas.microsoft.com/office/drawing/2014/main" id="{097E3E97-B60F-D948-E8CB-72734E6365D5}"/>
                  </a:ext>
                </a:extLst>
              </p:cNvPr>
              <p:cNvSpPr/>
              <p:nvPr/>
            </p:nvSpPr>
            <p:spPr>
              <a:xfrm rot="20842655" flipH="1">
                <a:off x="7513110" y="154715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321E3E1-6B0C-6FEB-6C6B-829BC8E6621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0AC56316-4A08-01D9-7A0D-9A973EAB99F5}"/>
                </a:ext>
              </a:extLst>
            </p:cNvPr>
            <p:cNvSpPr/>
            <p:nvPr/>
          </p:nvSpPr>
          <p:spPr>
            <a:xfrm rot="21197540" flipH="1">
              <a:off x="11312712" y="6077114"/>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44677C0-E091-C69E-9A2A-6F15627A12B1}"/>
                </a:ext>
              </a:extLst>
            </p:cNvPr>
            <p:cNvGrpSpPr/>
            <p:nvPr/>
          </p:nvGrpSpPr>
          <p:grpSpPr>
            <a:xfrm flipH="1">
              <a:off x="9587617" y="5868211"/>
              <a:ext cx="605923" cy="479576"/>
              <a:chOff x="13758520" y="8065380"/>
              <a:chExt cx="605923" cy="479576"/>
            </a:xfrm>
          </p:grpSpPr>
          <p:grpSp>
            <p:nvGrpSpPr>
              <p:cNvPr id="35" name="Group 34">
                <a:extLst>
                  <a:ext uri="{FF2B5EF4-FFF2-40B4-BE49-F238E27FC236}">
                    <a16:creationId xmlns:a16="http://schemas.microsoft.com/office/drawing/2014/main" id="{AA059A32-1AB5-0D56-F0DF-FA726149AB4B}"/>
                  </a:ext>
                </a:extLst>
              </p:cNvPr>
              <p:cNvGrpSpPr/>
              <p:nvPr/>
            </p:nvGrpSpPr>
            <p:grpSpPr>
              <a:xfrm rot="21022711">
                <a:off x="13758520" y="8065380"/>
                <a:ext cx="605923" cy="274808"/>
                <a:chOff x="1162566" y="1754387"/>
                <a:chExt cx="689925" cy="312906"/>
              </a:xfrm>
            </p:grpSpPr>
            <p:sp>
              <p:nvSpPr>
                <p:cNvPr id="36" name="Oval 35">
                  <a:extLst>
                    <a:ext uri="{FF2B5EF4-FFF2-40B4-BE49-F238E27FC236}">
                      <a16:creationId xmlns:a16="http://schemas.microsoft.com/office/drawing/2014/main" id="{FE123A12-4B1E-8F46-7151-8D7FA441CA3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11">
                  <a:extLst>
                    <a:ext uri="{FF2B5EF4-FFF2-40B4-BE49-F238E27FC236}">
                      <a16:creationId xmlns:a16="http://schemas.microsoft.com/office/drawing/2014/main" id="{D651BB23-1854-42E5-86BB-85350C288E64}"/>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4CDFE74D-9E38-C8F7-054E-50E71EC7BB5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13">
                  <a:extLst>
                    <a:ext uri="{FF2B5EF4-FFF2-40B4-BE49-F238E27FC236}">
                      <a16:creationId xmlns:a16="http://schemas.microsoft.com/office/drawing/2014/main" id="{90FB0C87-44CF-5178-2194-E3EC2DB9D009}"/>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0" name="Oval 39">
                <a:extLst>
                  <a:ext uri="{FF2B5EF4-FFF2-40B4-BE49-F238E27FC236}">
                    <a16:creationId xmlns:a16="http://schemas.microsoft.com/office/drawing/2014/main" id="{00519859-3486-4FB3-ECED-CA759FA0D100}"/>
                  </a:ext>
                </a:extLst>
              </p:cNvPr>
              <p:cNvSpPr/>
              <p:nvPr/>
            </p:nvSpPr>
            <p:spPr>
              <a:xfrm rot="15815893" flipH="1">
                <a:off x="14054672" y="841391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694944"/>
            <a:ext cx="7461575" cy="137186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240280"/>
            <a:ext cx="9163570" cy="25171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100963" y="6356350"/>
            <a:ext cx="2066535"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349354"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401632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2747176" y="1108415"/>
            <a:ext cx="6515695"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1616766" y="2992737"/>
            <a:ext cx="8958468" cy="2275271"/>
          </a:xfrm>
          <a:prstGeom prst="rect">
            <a:avLst/>
          </a:prstGeo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4" name="Star: 7 Points 2">
            <a:extLst>
              <a:ext uri="{FF2B5EF4-FFF2-40B4-BE49-F238E27FC236}">
                <a16:creationId xmlns:a16="http://schemas.microsoft.com/office/drawing/2014/main" id="{9C12B1BC-DACE-B3DA-EA29-2DFC1D480111}"/>
              </a:ext>
            </a:extLst>
          </p:cNvPr>
          <p:cNvSpPr/>
          <p:nvPr/>
        </p:nvSpPr>
        <p:spPr>
          <a:xfrm rot="21296686">
            <a:off x="5552572" y="5522298"/>
            <a:ext cx="1086856" cy="1031354"/>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36192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1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4D4A4B6-823B-9EFA-2CDC-A6A42F90D38E}"/>
              </a:ext>
            </a:extLst>
          </p:cNvPr>
          <p:cNvSpPr/>
          <p:nvPr/>
        </p:nvSpPr>
        <p:spPr>
          <a:xfrm flipH="1">
            <a:off x="0" y="5982772"/>
            <a:ext cx="12192000" cy="872821"/>
          </a:xfrm>
          <a:custGeom>
            <a:avLst/>
            <a:gdLst>
              <a:gd name="connsiteX0" fmla="*/ 5494746 w 12192000"/>
              <a:gd name="connsiteY0" fmla="*/ 0 h 872821"/>
              <a:gd name="connsiteX1" fmla="*/ 4492152 w 12192000"/>
              <a:gd name="connsiteY1" fmla="*/ 376771 h 872821"/>
              <a:gd name="connsiteX2" fmla="*/ 3486247 w 12192000"/>
              <a:gd name="connsiteY2" fmla="*/ 105206 h 872821"/>
              <a:gd name="connsiteX3" fmla="*/ 2473724 w 12192000"/>
              <a:gd name="connsiteY3" fmla="*/ 376771 h 872821"/>
              <a:gd name="connsiteX4" fmla="*/ 1494300 w 12192000"/>
              <a:gd name="connsiteY4" fmla="*/ 31278 h 872821"/>
              <a:gd name="connsiteX5" fmla="*/ 455296 w 12192000"/>
              <a:gd name="connsiteY5" fmla="*/ 376771 h 872821"/>
              <a:gd name="connsiteX6" fmla="*/ 42392 w 12192000"/>
              <a:gd name="connsiteY6" fmla="*/ 316122 h 872821"/>
              <a:gd name="connsiteX7" fmla="*/ 0 w 12192000"/>
              <a:gd name="connsiteY7" fmla="*/ 303685 h 872821"/>
              <a:gd name="connsiteX8" fmla="*/ 0 w 12192000"/>
              <a:gd name="connsiteY8" fmla="*/ 872821 h 872821"/>
              <a:gd name="connsiteX9" fmla="*/ 12192000 w 12192000"/>
              <a:gd name="connsiteY9" fmla="*/ 872821 h 872821"/>
              <a:gd name="connsiteX10" fmla="*/ 12192000 w 12192000"/>
              <a:gd name="connsiteY10" fmla="*/ 170840 h 872821"/>
              <a:gd name="connsiteX11" fmla="*/ 12191270 w 12192000"/>
              <a:gd name="connsiteY11" fmla="*/ 170453 h 872821"/>
              <a:gd name="connsiteX12" fmla="*/ 11576889 w 12192000"/>
              <a:gd name="connsiteY12" fmla="*/ 42651 h 872821"/>
              <a:gd name="connsiteX13" fmla="*/ 10562188 w 12192000"/>
              <a:gd name="connsiteY13" fmla="*/ 376623 h 872821"/>
              <a:gd name="connsiteX14" fmla="*/ 9544395 w 12192000"/>
              <a:gd name="connsiteY14" fmla="*/ 42651 h 872821"/>
              <a:gd name="connsiteX15" fmla="*/ 8519215 w 12192000"/>
              <a:gd name="connsiteY15" fmla="*/ 444865 h 872821"/>
              <a:gd name="connsiteX16" fmla="*/ 7539208 w 12192000"/>
              <a:gd name="connsiteY16" fmla="*/ 93833 h 872821"/>
              <a:gd name="connsiteX17" fmla="*/ 6516755 w 12192000"/>
              <a:gd name="connsiteY17" fmla="*/ 376771 h 872821"/>
              <a:gd name="connsiteX18" fmla="*/ 5494746 w 12192000"/>
              <a:gd name="connsiteY18" fmla="*/ 0 h 87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872821">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759854"/>
            <a:ext cx="8662150" cy="10886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89" y="2024796"/>
            <a:ext cx="9901075" cy="306165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326836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0976"/>
            <a:ext cx="3120712" cy="2436791"/>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5070"/>
            <a:ext cx="7172248" cy="521189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36625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4BEBB76A-5642-4655-AA5F-D2E8581DD95F}" type="datetimeFigureOut">
              <a:rPr lang="en-US" smtClean="0"/>
              <a:t>2/21/2026</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83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8645717" y="1155941"/>
            <a:ext cx="3120714" cy="2224232"/>
          </a:xfrm>
        </p:spPr>
        <p:txBody>
          <a:bodyPr/>
          <a:lstStyle/>
          <a:p>
            <a:r>
              <a:rPr lang="en-US"/>
              <a:t>Click to edit Master title style</a:t>
            </a:r>
            <a:endParaRPr lang="en-US" dirty="0"/>
          </a:p>
        </p:txBody>
      </p:sp>
      <p:sp>
        <p:nvSpPr>
          <p:cNvPr id="18" name="Picture Placeholder 17">
            <a:extLst>
              <a:ext uri="{FF2B5EF4-FFF2-40B4-BE49-F238E27FC236}">
                <a16:creationId xmlns:a16="http://schemas.microsoft.com/office/drawing/2014/main" id="{434855A4-5F42-3784-9AD9-45B7AC8F1948}"/>
              </a:ext>
            </a:extLst>
          </p:cNvPr>
          <p:cNvSpPr>
            <a:spLocks noGrp="1"/>
          </p:cNvSpPr>
          <p:nvPr>
            <p:ph type="pic" sz="quarter" idx="13" hasCustomPrompt="1"/>
          </p:nvPr>
        </p:nvSpPr>
        <p:spPr>
          <a:xfrm>
            <a:off x="0" y="1"/>
            <a:ext cx="8091444" cy="6857999"/>
          </a:xfrm>
          <a:custGeom>
            <a:avLst/>
            <a:gdLst>
              <a:gd name="connsiteX0" fmla="*/ 0 w 8091444"/>
              <a:gd name="connsiteY0" fmla="*/ 0 h 6857999"/>
              <a:gd name="connsiteX1" fmla="*/ 7951817 w 8091444"/>
              <a:gd name="connsiteY1" fmla="*/ 0 h 6857999"/>
              <a:gd name="connsiteX2" fmla="*/ 8050097 w 8091444"/>
              <a:gd name="connsiteY2" fmla="*/ 6857999 h 6857999"/>
              <a:gd name="connsiteX3" fmla="*/ 0 w 8091444"/>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091444" h="6857999">
                <a:moveTo>
                  <a:pt x="0" y="0"/>
                </a:moveTo>
                <a:lnTo>
                  <a:pt x="7951817" y="0"/>
                </a:lnTo>
                <a:cubicBezTo>
                  <a:pt x="8220205" y="1104182"/>
                  <a:pt x="8012102" y="5952225"/>
                  <a:pt x="805009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8645717" y="3395787"/>
            <a:ext cx="2801536" cy="2616822"/>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8645718" y="6356350"/>
            <a:ext cx="17800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10425794" y="6356350"/>
            <a:ext cx="1089310"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791536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2197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59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924619" y="464544"/>
            <a:ext cx="3429179" cy="1456511"/>
          </a:xfrm>
        </p:spPr>
        <p:txBody>
          <a:body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385D35E-1F99-3EE2-7DC7-EFB42806CBD0}"/>
              </a:ext>
            </a:extLst>
          </p:cNvPr>
          <p:cNvSpPr>
            <a:spLocks noGrp="1"/>
          </p:cNvSpPr>
          <p:nvPr>
            <p:ph type="pic" sz="quarter" idx="13" hasCustomPrompt="1"/>
          </p:nvPr>
        </p:nvSpPr>
        <p:spPr>
          <a:xfrm>
            <a:off x="1" y="-5270"/>
            <a:ext cx="7184917" cy="6858000"/>
          </a:xfrm>
          <a:custGeom>
            <a:avLst/>
            <a:gdLst>
              <a:gd name="connsiteX0" fmla="*/ 0 w 7184917"/>
              <a:gd name="connsiteY0" fmla="*/ 0 h 6858000"/>
              <a:gd name="connsiteX1" fmla="*/ 7071078 w 7184917"/>
              <a:gd name="connsiteY1" fmla="*/ 8880 h 6858000"/>
              <a:gd name="connsiteX2" fmla="*/ 7115250 w 7184917"/>
              <a:gd name="connsiteY2" fmla="*/ 6857999 h 6858000"/>
              <a:gd name="connsiteX3" fmla="*/ 0 w 718491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84917" h="6858000">
                <a:moveTo>
                  <a:pt x="0" y="0"/>
                </a:moveTo>
                <a:lnTo>
                  <a:pt x="7071078" y="8880"/>
                </a:lnTo>
                <a:cubicBezTo>
                  <a:pt x="6996324" y="1826582"/>
                  <a:pt x="7321658" y="4960396"/>
                  <a:pt x="7115250" y="6857999"/>
                </a:cubicBez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924621" y="1936671"/>
            <a:ext cx="3429178"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924620" y="6356350"/>
            <a:ext cx="1995468"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920088" y="6356350"/>
            <a:ext cx="1413160"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488560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5724279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492578" y="464544"/>
            <a:ext cx="4777934" cy="1456511"/>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7D6E6A-66C0-CF53-4577-787FF7E6BC41}"/>
              </a:ext>
            </a:extLst>
          </p:cNvPr>
          <p:cNvSpPr>
            <a:spLocks noGrp="1"/>
          </p:cNvSpPr>
          <p:nvPr>
            <p:ph type="pic" sz="quarter" idx="13" hasCustomPrompt="1"/>
          </p:nvPr>
        </p:nvSpPr>
        <p:spPr>
          <a:xfrm>
            <a:off x="0" y="-2"/>
            <a:ext cx="5563892" cy="6857999"/>
          </a:xfrm>
          <a:custGeom>
            <a:avLst/>
            <a:gdLst>
              <a:gd name="connsiteX0" fmla="*/ 0 w 5477773"/>
              <a:gd name="connsiteY0" fmla="*/ 0 h 6857999"/>
              <a:gd name="connsiteX1" fmla="*/ 5460584 w 5477773"/>
              <a:gd name="connsiteY1" fmla="*/ 0 h 6857999"/>
              <a:gd name="connsiteX2" fmla="*/ 5324487 w 5477773"/>
              <a:gd name="connsiteY2" fmla="*/ 6857999 h 6857999"/>
              <a:gd name="connsiteX3" fmla="*/ 0 w 5477773"/>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5477773" h="6857999">
                <a:moveTo>
                  <a:pt x="0" y="0"/>
                </a:moveTo>
                <a:lnTo>
                  <a:pt x="5460584" y="0"/>
                </a:lnTo>
                <a:cubicBezTo>
                  <a:pt x="5353140" y="1777042"/>
                  <a:pt x="5639660" y="3916392"/>
                  <a:pt x="532448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492578" y="1936671"/>
            <a:ext cx="4777933"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494999" y="6356350"/>
            <a:ext cx="2834740"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10046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4183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9827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615604"/>
            <a:ext cx="4538721" cy="123612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867345"/>
            <a:ext cx="4538721" cy="42337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9" y="6356350"/>
            <a:ext cx="23558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059964" y="6356350"/>
            <a:ext cx="1801089"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963229"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5920318" y="0"/>
            <a:ext cx="6271682"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353683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25074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613636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3790765"/>
            <a:ext cx="3171553" cy="2325365"/>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148EFED8-105E-D3BE-99FE-182F5EE3D5C1}"/>
              </a:ext>
            </a:extLst>
          </p:cNvPr>
          <p:cNvSpPr>
            <a:spLocks noGrp="1"/>
          </p:cNvSpPr>
          <p:nvPr>
            <p:ph type="pic" sz="quarter" idx="13" hasCustomPrompt="1"/>
          </p:nvPr>
        </p:nvSpPr>
        <p:spPr>
          <a:xfrm>
            <a:off x="0" y="0"/>
            <a:ext cx="12192000" cy="3429612"/>
          </a:xfrm>
          <a:custGeom>
            <a:avLst/>
            <a:gdLst>
              <a:gd name="connsiteX0" fmla="*/ 0 w 12192000"/>
              <a:gd name="connsiteY0" fmla="*/ 0 h 3536146"/>
              <a:gd name="connsiteX1" fmla="*/ 12192000 w 12192000"/>
              <a:gd name="connsiteY1" fmla="*/ 0 h 3536146"/>
              <a:gd name="connsiteX2" fmla="*/ 12192000 w 12192000"/>
              <a:gd name="connsiteY2" fmla="*/ 3458878 h 3536146"/>
              <a:gd name="connsiteX3" fmla="*/ 0 w 12192000"/>
              <a:gd name="connsiteY3" fmla="*/ 3486265 h 3536146"/>
            </a:gdLst>
            <a:ahLst/>
            <a:cxnLst>
              <a:cxn ang="0">
                <a:pos x="connsiteX0" y="connsiteY0"/>
              </a:cxn>
              <a:cxn ang="0">
                <a:pos x="connsiteX1" y="connsiteY1"/>
              </a:cxn>
              <a:cxn ang="0">
                <a:pos x="connsiteX2" y="connsiteY2"/>
              </a:cxn>
              <a:cxn ang="0">
                <a:pos x="connsiteX3" y="connsiteY3"/>
              </a:cxn>
            </a:cxnLst>
            <a:rect l="l" t="t" r="r" b="b"/>
            <a:pathLst>
              <a:path w="12192000" h="3536146">
                <a:moveTo>
                  <a:pt x="0" y="0"/>
                </a:moveTo>
                <a:lnTo>
                  <a:pt x="12192000" y="0"/>
                </a:lnTo>
                <a:lnTo>
                  <a:pt x="12192000" y="3458878"/>
                </a:lnTo>
                <a:cubicBezTo>
                  <a:pt x="9246697" y="3381467"/>
                  <a:pt x="4068841" y="3640205"/>
                  <a:pt x="0" y="348626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9" y="3790765"/>
            <a:ext cx="7336246" cy="253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36275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9A275856-2CFB-B780-FC19-88B7C01E42E0}"/>
              </a:ext>
            </a:extLst>
          </p:cNvPr>
          <p:cNvSpPr/>
          <p:nvPr/>
        </p:nvSpPr>
        <p:spPr>
          <a:xfrm rot="15188171">
            <a:off x="4142225" y="5336077"/>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950976"/>
            <a:ext cx="4349424" cy="1459193"/>
          </a:xfrm>
        </p:spPr>
        <p:txBody>
          <a:bodyPr anchor="t"/>
          <a:lstStyle/>
          <a:p>
            <a:r>
              <a:rPr lang="en-US"/>
              <a:t>Click to edit Master title style</a:t>
            </a:r>
            <a:endParaRPr lang="en-US" dirty="0"/>
          </a:p>
        </p:txBody>
      </p:sp>
      <p:sp>
        <p:nvSpPr>
          <p:cNvPr id="35" name="Picture Placeholder 34">
            <a:extLst>
              <a:ext uri="{FF2B5EF4-FFF2-40B4-BE49-F238E27FC236}">
                <a16:creationId xmlns:a16="http://schemas.microsoft.com/office/drawing/2014/main" id="{9EC1C24B-FC0E-135D-8291-8585F4AB4E19}"/>
              </a:ext>
            </a:extLst>
          </p:cNvPr>
          <p:cNvSpPr>
            <a:spLocks noGrp="1"/>
          </p:cNvSpPr>
          <p:nvPr>
            <p:ph type="pic" sz="quarter" idx="13" hasCustomPrompt="1"/>
          </p:nvPr>
        </p:nvSpPr>
        <p:spPr>
          <a:xfrm>
            <a:off x="586405" y="2544807"/>
            <a:ext cx="3945827" cy="3785880"/>
          </a:xfrm>
          <a:custGeom>
            <a:avLst/>
            <a:gdLst>
              <a:gd name="connsiteX0" fmla="*/ 3930446 w 3945827"/>
              <a:gd name="connsiteY0" fmla="*/ 5 h 3785880"/>
              <a:gd name="connsiteX1" fmla="*/ 3932537 w 3945827"/>
              <a:gd name="connsiteY1" fmla="*/ 2321853 h 3785880"/>
              <a:gd name="connsiteX2" fmla="*/ 3929331 w 3945827"/>
              <a:gd name="connsiteY2" fmla="*/ 2513782 h 3785880"/>
              <a:gd name="connsiteX3" fmla="*/ 3900283 w 3945827"/>
              <a:gd name="connsiteY3" fmla="*/ 2517711 h 3785880"/>
              <a:gd name="connsiteX4" fmla="*/ 3732592 w 3945827"/>
              <a:gd name="connsiteY4" fmla="*/ 2566596 h 3785880"/>
              <a:gd name="connsiteX5" fmla="*/ 3857855 w 3945827"/>
              <a:gd name="connsiteY5" fmla="*/ 3004249 h 3785880"/>
              <a:gd name="connsiteX6" fmla="*/ 3915181 w 3945827"/>
              <a:gd name="connsiteY6" fmla="*/ 3212343 h 3785880"/>
              <a:gd name="connsiteX7" fmla="*/ 3914595 w 3945827"/>
              <a:gd name="connsiteY7" fmla="*/ 3236939 h 3785880"/>
              <a:gd name="connsiteX8" fmla="*/ 3900838 w 3945827"/>
              <a:gd name="connsiteY8" fmla="*/ 3696910 h 3785880"/>
              <a:gd name="connsiteX9" fmla="*/ 8317 w 3945827"/>
              <a:gd name="connsiteY9" fmla="*/ 3776554 h 3785880"/>
              <a:gd name="connsiteX10" fmla="*/ 0 w 3945827"/>
              <a:gd name="connsiteY10" fmla="*/ 26202 h 3785880"/>
              <a:gd name="connsiteX11" fmla="*/ 3930446 w 3945827"/>
              <a:gd name="connsiteY11" fmla="*/ 5 h 378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45827" h="3785880">
                <a:moveTo>
                  <a:pt x="3930446" y="5"/>
                </a:moveTo>
                <a:cubicBezTo>
                  <a:pt x="3953664" y="277596"/>
                  <a:pt x="3947436" y="1365687"/>
                  <a:pt x="3932537" y="2321853"/>
                </a:cubicBezTo>
                <a:lnTo>
                  <a:pt x="3929331" y="2513782"/>
                </a:lnTo>
                <a:lnTo>
                  <a:pt x="3900283" y="2517711"/>
                </a:lnTo>
                <a:cubicBezTo>
                  <a:pt x="3806046" y="2534538"/>
                  <a:pt x="3731946" y="2555635"/>
                  <a:pt x="3732592" y="2566596"/>
                </a:cubicBezTo>
                <a:cubicBezTo>
                  <a:pt x="3776426" y="2711503"/>
                  <a:pt x="3817487" y="2857713"/>
                  <a:pt x="3857855" y="3004249"/>
                </a:cubicBezTo>
                <a:lnTo>
                  <a:pt x="3915181" y="3212343"/>
                </a:lnTo>
                <a:lnTo>
                  <a:pt x="3914595" y="3236939"/>
                </a:lnTo>
                <a:cubicBezTo>
                  <a:pt x="3909989" y="3424032"/>
                  <a:pt x="3905295" y="3582264"/>
                  <a:pt x="3900838" y="3696910"/>
                </a:cubicBezTo>
                <a:cubicBezTo>
                  <a:pt x="3115719" y="3744071"/>
                  <a:pt x="2227881" y="3810572"/>
                  <a:pt x="8317" y="3776554"/>
                </a:cubicBezTo>
                <a:lnTo>
                  <a:pt x="0" y="26202"/>
                </a:lnTo>
                <a:cubicBezTo>
                  <a:pt x="1014177" y="12710"/>
                  <a:pt x="2624398" y="-292"/>
                  <a:pt x="3930446" y="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56183" y="944438"/>
            <a:ext cx="5533139" cy="516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5" name="Group 14">
            <a:extLst>
              <a:ext uri="{FF2B5EF4-FFF2-40B4-BE49-F238E27FC236}">
                <a16:creationId xmlns:a16="http://schemas.microsoft.com/office/drawing/2014/main" id="{5621CBE7-6D9B-6B2C-C966-8648A2E7A1CA}"/>
              </a:ext>
            </a:extLst>
          </p:cNvPr>
          <p:cNvGrpSpPr/>
          <p:nvPr/>
        </p:nvGrpSpPr>
        <p:grpSpPr>
          <a:xfrm flipH="1">
            <a:off x="4730639" y="5777681"/>
            <a:ext cx="606354" cy="325031"/>
            <a:chOff x="5447388" y="3100610"/>
            <a:chExt cx="1500891" cy="804540"/>
          </a:xfrm>
        </p:grpSpPr>
        <p:sp>
          <p:nvSpPr>
            <p:cNvPr id="16" name="Oval 15">
              <a:extLst>
                <a:ext uri="{FF2B5EF4-FFF2-40B4-BE49-F238E27FC236}">
                  <a16:creationId xmlns:a16="http://schemas.microsoft.com/office/drawing/2014/main" id="{DE4226C8-2B8E-5AC8-728A-78B5565C314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7B4108-EFE6-C034-14E5-AD8762C57AE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9CA12CD5-15A1-5DF3-3002-D94BA8525437}"/>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59B618-9140-3A26-D6E4-E60015045E3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BFDD5363-CFEA-1DE8-4F60-B84E4BB6EBEA}"/>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3961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4141587"/>
            <a:ext cx="3596889" cy="1979740"/>
          </a:xfrm>
        </p:spPr>
        <p:txBody>
          <a:bodyPr anchor="ctr"/>
          <a:lstStyle/>
          <a:p>
            <a:r>
              <a:rPr lang="en-US"/>
              <a:t>Click to edit Master title style</a:t>
            </a:r>
            <a:endParaRPr lang="en-US" dirty="0"/>
          </a:p>
        </p:txBody>
      </p:sp>
      <p:sp>
        <p:nvSpPr>
          <p:cNvPr id="19" name="Freeform 18">
            <a:extLst>
              <a:ext uri="{FF2B5EF4-FFF2-40B4-BE49-F238E27FC236}">
                <a16:creationId xmlns:a16="http://schemas.microsoft.com/office/drawing/2014/main" id="{E5DF98BC-CAB9-8D72-2C02-303C9ABFD350}"/>
              </a:ext>
            </a:extLst>
          </p:cNvPr>
          <p:cNvSpPr>
            <a:spLocks noGrp="1"/>
          </p:cNvSpPr>
          <p:nvPr>
            <p:ph type="pic" sz="quarter" idx="13" hasCustomPrompt="1"/>
          </p:nvPr>
        </p:nvSpPr>
        <p:spPr>
          <a:xfrm rot="21275714">
            <a:off x="654012" y="646016"/>
            <a:ext cx="3377407" cy="3343942"/>
          </a:xfrm>
          <a:custGeom>
            <a:avLst/>
            <a:gdLst>
              <a:gd name="connsiteX0" fmla="*/ 2011827 w 3889378"/>
              <a:gd name="connsiteY0" fmla="*/ 3891 h 3850840"/>
              <a:gd name="connsiteX1" fmla="*/ 2115827 w 3889378"/>
              <a:gd name="connsiteY1" fmla="*/ 16550 h 3850840"/>
              <a:gd name="connsiteX2" fmla="*/ 3783900 w 3889378"/>
              <a:gd name="connsiteY2" fmla="*/ 1133002 h 3850840"/>
              <a:gd name="connsiteX3" fmla="*/ 3131795 w 3889378"/>
              <a:gd name="connsiteY3" fmla="*/ 3551996 h 3850840"/>
              <a:gd name="connsiteX4" fmla="*/ 876803 w 3889378"/>
              <a:gd name="connsiteY4" fmla="*/ 3572744 h 3850840"/>
              <a:gd name="connsiteX5" fmla="*/ 10325 w 3889378"/>
              <a:gd name="connsiteY5" fmla="*/ 2135287 h 3850840"/>
              <a:gd name="connsiteX6" fmla="*/ 512587 w 3889378"/>
              <a:gd name="connsiteY6" fmla="*/ 582117 h 3850840"/>
              <a:gd name="connsiteX7" fmla="*/ 2011827 w 3889378"/>
              <a:gd name="connsiteY7" fmla="*/ 3891 h 385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9378" h="3850840">
                <a:moveTo>
                  <a:pt x="2011827" y="3891"/>
                </a:moveTo>
                <a:cubicBezTo>
                  <a:pt x="2047042" y="6620"/>
                  <a:pt x="2081750" y="10811"/>
                  <a:pt x="2115827" y="16550"/>
                </a:cubicBezTo>
                <a:cubicBezTo>
                  <a:pt x="2661046" y="108364"/>
                  <a:pt x="3458919" y="293896"/>
                  <a:pt x="3783900" y="1133002"/>
                </a:cubicBezTo>
                <a:cubicBezTo>
                  <a:pt x="4111044" y="2200787"/>
                  <a:pt x="3616311" y="3145372"/>
                  <a:pt x="3131795" y="3551996"/>
                </a:cubicBezTo>
                <a:cubicBezTo>
                  <a:pt x="2647278" y="3958619"/>
                  <a:pt x="1547281" y="3935374"/>
                  <a:pt x="876803" y="3572744"/>
                </a:cubicBezTo>
                <a:cubicBezTo>
                  <a:pt x="206325" y="3210114"/>
                  <a:pt x="71028" y="2633725"/>
                  <a:pt x="10325" y="2135287"/>
                </a:cubicBezTo>
                <a:cubicBezTo>
                  <a:pt x="-50377" y="1636848"/>
                  <a:pt x="161671" y="935239"/>
                  <a:pt x="512587" y="582117"/>
                </a:cubicBezTo>
                <a:cubicBezTo>
                  <a:pt x="841571" y="251064"/>
                  <a:pt x="1483611" y="-37042"/>
                  <a:pt x="2011827" y="389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821382" y="739833"/>
            <a:ext cx="6669827" cy="53469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788750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700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EADDD77-A602-C7FB-0199-51C9BD75E477}"/>
              </a:ext>
            </a:extLst>
          </p:cNvPr>
          <p:cNvSpPr/>
          <p:nvPr/>
        </p:nvSpPr>
        <p:spPr>
          <a:xfrm rot="10577473">
            <a:off x="334039" y="5270220"/>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2308"/>
            <a:ext cx="5090409" cy="1168348"/>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98A9E465-2D4B-1BE5-18B2-0ABAAE11388F}"/>
              </a:ext>
            </a:extLst>
          </p:cNvPr>
          <p:cNvSpPr>
            <a:spLocks noGrp="1"/>
          </p:cNvSpPr>
          <p:nvPr>
            <p:ph type="pic" sz="quarter" idx="13" hasCustomPrompt="1"/>
          </p:nvPr>
        </p:nvSpPr>
        <p:spPr>
          <a:xfrm>
            <a:off x="1234360" y="2093799"/>
            <a:ext cx="5339327" cy="4040057"/>
          </a:xfrm>
          <a:custGeom>
            <a:avLst/>
            <a:gdLst>
              <a:gd name="connsiteX0" fmla="*/ 176442 w 5339327"/>
              <a:gd name="connsiteY0" fmla="*/ 0 h 4040057"/>
              <a:gd name="connsiteX1" fmla="*/ 5336556 w 5339327"/>
              <a:gd name="connsiteY1" fmla="*/ 274178 h 4040057"/>
              <a:gd name="connsiteX2" fmla="*/ 5159774 w 5339327"/>
              <a:gd name="connsiteY2" fmla="*/ 4040057 h 4040057"/>
              <a:gd name="connsiteX3" fmla="*/ 981347 w 5339327"/>
              <a:gd name="connsiteY3" fmla="*/ 3886182 h 4040057"/>
              <a:gd name="connsiteX4" fmla="*/ 893394 w 5339327"/>
              <a:gd name="connsiteY4" fmla="*/ 3880494 h 4040057"/>
              <a:gd name="connsiteX5" fmla="*/ 891726 w 5339327"/>
              <a:gd name="connsiteY5" fmla="*/ 3876295 h 4040057"/>
              <a:gd name="connsiteX6" fmla="*/ 873844 w 5339327"/>
              <a:gd name="connsiteY6" fmla="*/ 3817414 h 4040057"/>
              <a:gd name="connsiteX7" fmla="*/ 444106 w 5339327"/>
              <a:gd name="connsiteY7" fmla="*/ 3244767 h 4040057"/>
              <a:gd name="connsiteX8" fmla="*/ 42617 w 5339327"/>
              <a:gd name="connsiteY8" fmla="*/ 3180646 h 4040057"/>
              <a:gd name="connsiteX9" fmla="*/ 0 w 5339327"/>
              <a:gd name="connsiteY9" fmla="*/ 3181913 h 40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9327" h="4040057">
                <a:moveTo>
                  <a:pt x="176442" y="0"/>
                </a:moveTo>
                <a:cubicBezTo>
                  <a:pt x="1508310" y="63892"/>
                  <a:pt x="3622435" y="173907"/>
                  <a:pt x="5336556" y="274178"/>
                </a:cubicBezTo>
                <a:cubicBezTo>
                  <a:pt x="5358944" y="729154"/>
                  <a:pt x="5240771" y="3295310"/>
                  <a:pt x="5159774" y="4040057"/>
                </a:cubicBezTo>
                <a:cubicBezTo>
                  <a:pt x="4255690" y="4029481"/>
                  <a:pt x="3185068" y="4024320"/>
                  <a:pt x="981347" y="3886182"/>
                </a:cubicBezTo>
                <a:lnTo>
                  <a:pt x="893394" y="3880494"/>
                </a:lnTo>
                <a:lnTo>
                  <a:pt x="891726" y="3876295"/>
                </a:lnTo>
                <a:cubicBezTo>
                  <a:pt x="884550" y="3857525"/>
                  <a:pt x="878283" y="3838728"/>
                  <a:pt x="873844" y="3817414"/>
                </a:cubicBezTo>
                <a:cubicBezTo>
                  <a:pt x="788516" y="3672915"/>
                  <a:pt x="662527" y="3351729"/>
                  <a:pt x="444106" y="3244767"/>
                </a:cubicBezTo>
                <a:cubicBezTo>
                  <a:pt x="328464" y="3206099"/>
                  <a:pt x="183235" y="3184967"/>
                  <a:pt x="42617" y="3180646"/>
                </a:cubicBezTo>
                <a:lnTo>
                  <a:pt x="0" y="3181913"/>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292714" y="926430"/>
            <a:ext cx="4101407" cy="51281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7" name="Group 16">
            <a:extLst>
              <a:ext uri="{FF2B5EF4-FFF2-40B4-BE49-F238E27FC236}">
                <a16:creationId xmlns:a16="http://schemas.microsoft.com/office/drawing/2014/main" id="{086C75C1-9BD5-C8F8-879E-4BAF3D643660}"/>
              </a:ext>
            </a:extLst>
          </p:cNvPr>
          <p:cNvGrpSpPr/>
          <p:nvPr/>
        </p:nvGrpSpPr>
        <p:grpSpPr>
          <a:xfrm>
            <a:off x="1085678" y="5527728"/>
            <a:ext cx="520692" cy="263110"/>
            <a:chOff x="1162566" y="1754387"/>
            <a:chExt cx="619238" cy="312906"/>
          </a:xfrm>
        </p:grpSpPr>
        <p:sp>
          <p:nvSpPr>
            <p:cNvPr id="18" name="Oval 17">
              <a:extLst>
                <a:ext uri="{FF2B5EF4-FFF2-40B4-BE49-F238E27FC236}">
                  <a16:creationId xmlns:a16="http://schemas.microsoft.com/office/drawing/2014/main" id="{6B82A1F0-8549-55D6-FEA8-6A6878D44A33}"/>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33B4765-07ED-D4AE-79A2-269C292A41A3}"/>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1B757455-03BC-891A-2F18-00D4D86B5CF8}"/>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66AA735-D141-5099-334A-3AF84EABF12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21">
            <a:extLst>
              <a:ext uri="{FF2B5EF4-FFF2-40B4-BE49-F238E27FC236}">
                <a16:creationId xmlns:a16="http://schemas.microsoft.com/office/drawing/2014/main" id="{BC58A0B0-B149-EC5A-34C7-9655E8686734}"/>
              </a:ext>
            </a:extLst>
          </p:cNvPr>
          <p:cNvSpPr/>
          <p:nvPr/>
        </p:nvSpPr>
        <p:spPr>
          <a:xfrm flipH="1">
            <a:off x="1269471" y="5941746"/>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045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4661266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1795" y="1636474"/>
            <a:ext cx="8003801" cy="3808052"/>
          </a:xfrm>
          <a:prstGeom prst="rect">
            <a:avLst/>
          </a:prstGeom>
        </p:spPr>
        <p:txBody>
          <a:bodyPr anchor="ctr">
            <a:normAutofit/>
          </a:bodyPr>
          <a:lstStyle>
            <a:lvl1pPr algn="ctr">
              <a:lnSpc>
                <a:spcPct val="55000"/>
              </a:lnSpc>
              <a:buNone/>
              <a:defRPr sz="8000" b="1">
                <a:solidFill>
                  <a:schemeClr val="tx2"/>
                </a:solidFill>
                <a:latin typeface="+mj-lt"/>
              </a:defRPr>
            </a:lvl1pPr>
            <a:lvl2pPr algn="ctr">
              <a:lnSpc>
                <a:spcPct val="55000"/>
              </a:lnSpc>
              <a:buNone/>
              <a:defRPr sz="6600" b="1">
                <a:solidFill>
                  <a:schemeClr val="tx2"/>
                </a:solidFill>
                <a:latin typeface="+mj-lt"/>
              </a:defRPr>
            </a:lvl2pPr>
            <a:lvl3pPr algn="ctr">
              <a:lnSpc>
                <a:spcPct val="55000"/>
              </a:lnSpc>
              <a:buNone/>
              <a:defRPr sz="6600" b="1">
                <a:solidFill>
                  <a:schemeClr val="tx2"/>
                </a:solidFill>
                <a:latin typeface="+mj-lt"/>
              </a:defRPr>
            </a:lvl3pPr>
            <a:lvl4pPr algn="ctr">
              <a:lnSpc>
                <a:spcPct val="55000"/>
              </a:lnSpc>
              <a:buNone/>
              <a:defRPr sz="6600" b="1">
                <a:solidFill>
                  <a:schemeClr val="tx2"/>
                </a:solidFill>
                <a:latin typeface="+mj-lt"/>
              </a:defRPr>
            </a:lvl4pPr>
            <a:lvl5pPr algn="ctr">
              <a:lnSpc>
                <a:spcPct val="55000"/>
              </a:lnSpc>
              <a:buNone/>
              <a:defRPr sz="6600" b="1">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9" name="Freeform: Shape 8">
            <a:extLst>
              <a:ext uri="{FF2B5EF4-FFF2-40B4-BE49-F238E27FC236}">
                <a16:creationId xmlns:a16="http://schemas.microsoft.com/office/drawing/2014/main" id="{779BD876-DE72-BCDA-8692-585FB285FB01}"/>
              </a:ext>
            </a:extLst>
          </p:cNvPr>
          <p:cNvSpPr/>
          <p:nvPr/>
        </p:nvSpPr>
        <p:spPr>
          <a:xfrm rot="20121465">
            <a:off x="133240" y="-511960"/>
            <a:ext cx="11869900" cy="8151176"/>
          </a:xfrm>
          <a:custGeom>
            <a:avLst/>
            <a:gdLst>
              <a:gd name="connsiteX0" fmla="*/ 8424792 w 11869900"/>
              <a:gd name="connsiteY0" fmla="*/ 3845749 h 8151176"/>
              <a:gd name="connsiteX1" fmla="*/ 8399003 w 11869900"/>
              <a:gd name="connsiteY1" fmla="*/ 3855364 h 8151176"/>
              <a:gd name="connsiteX2" fmla="*/ 6577771 w 11869900"/>
              <a:gd name="connsiteY2" fmla="*/ 3857846 h 8151176"/>
              <a:gd name="connsiteX3" fmla="*/ 6299415 w 11869900"/>
              <a:gd name="connsiteY3" fmla="*/ 3762646 h 8151176"/>
              <a:gd name="connsiteX4" fmla="*/ 6188542 w 11869900"/>
              <a:gd name="connsiteY4" fmla="*/ 3706275 h 8151176"/>
              <a:gd name="connsiteX5" fmla="*/ 6190467 w 11869900"/>
              <a:gd name="connsiteY5" fmla="*/ 3723310 h 8151176"/>
              <a:gd name="connsiteX6" fmla="*/ 5735909 w 11869900"/>
              <a:gd name="connsiteY6" fmla="*/ 5037955 h 8151176"/>
              <a:gd name="connsiteX7" fmla="*/ 5361260 w 11869900"/>
              <a:gd name="connsiteY7" fmla="*/ 5537359 h 8151176"/>
              <a:gd name="connsiteX8" fmla="*/ 5323638 w 11869900"/>
              <a:gd name="connsiteY8" fmla="*/ 5581971 h 8151176"/>
              <a:gd name="connsiteX9" fmla="*/ 5608570 w 11869900"/>
              <a:gd name="connsiteY9" fmla="*/ 5179 h 8151176"/>
              <a:gd name="connsiteX10" fmla="*/ 6409836 w 11869900"/>
              <a:gd name="connsiteY10" fmla="*/ 372743 h 8151176"/>
              <a:gd name="connsiteX11" fmla="*/ 6514020 w 11869900"/>
              <a:gd name="connsiteY11" fmla="*/ 983363 h 8151176"/>
              <a:gd name="connsiteX12" fmla="*/ 7107623 w 11869900"/>
              <a:gd name="connsiteY12" fmla="*/ 2480738 h 8151176"/>
              <a:gd name="connsiteX13" fmla="*/ 8164293 w 11869900"/>
              <a:gd name="connsiteY13" fmla="*/ 2375110 h 8151176"/>
              <a:gd name="connsiteX14" fmla="*/ 8265553 w 11869900"/>
              <a:gd name="connsiteY14" fmla="*/ 1292851 h 8151176"/>
              <a:gd name="connsiteX15" fmla="*/ 8263464 w 11869900"/>
              <a:gd name="connsiteY15" fmla="*/ 1223054 h 8151176"/>
              <a:gd name="connsiteX16" fmla="*/ 9590378 w 11869900"/>
              <a:gd name="connsiteY16" fmla="*/ 1831746 h 8151176"/>
              <a:gd name="connsiteX17" fmla="*/ 9589995 w 11869900"/>
              <a:gd name="connsiteY17" fmla="*/ 1895404 h 8151176"/>
              <a:gd name="connsiteX18" fmla="*/ 9206096 w 11869900"/>
              <a:gd name="connsiteY18" fmla="*/ 3369647 h 8151176"/>
              <a:gd name="connsiteX19" fmla="*/ 9148225 w 11869900"/>
              <a:gd name="connsiteY19" fmla="*/ 3440725 h 8151176"/>
              <a:gd name="connsiteX20" fmla="*/ 10391039 w 11869900"/>
              <a:gd name="connsiteY20" fmla="*/ 2744919 h 8151176"/>
              <a:gd name="connsiteX21" fmla="*/ 11721346 w 11869900"/>
              <a:gd name="connsiteY21" fmla="*/ 4816477 h 8151176"/>
              <a:gd name="connsiteX22" fmla="*/ 11869900 w 11869900"/>
              <a:gd name="connsiteY22" fmla="*/ 5049280 h 8151176"/>
              <a:gd name="connsiteX23" fmla="*/ 11800897 w 11869900"/>
              <a:gd name="connsiteY23" fmla="*/ 5199703 h 8151176"/>
              <a:gd name="connsiteX24" fmla="*/ 6733773 w 11869900"/>
              <a:gd name="connsiteY24" fmla="*/ 8151118 h 8151176"/>
              <a:gd name="connsiteX25" fmla="*/ 5807936 w 11869900"/>
              <a:gd name="connsiteY25" fmla="*/ 6544579 h 8151176"/>
              <a:gd name="connsiteX26" fmla="*/ 5338756 w 11869900"/>
              <a:gd name="connsiteY26" fmla="*/ 5654672 h 8151176"/>
              <a:gd name="connsiteX27" fmla="*/ 5310284 w 11869900"/>
              <a:gd name="connsiteY27" fmla="*/ 5597805 h 8151176"/>
              <a:gd name="connsiteX28" fmla="*/ 5250620 w 11869900"/>
              <a:gd name="connsiteY28" fmla="*/ 5668556 h 8151176"/>
              <a:gd name="connsiteX29" fmla="*/ 3699194 w 11869900"/>
              <a:gd name="connsiteY29" fmla="*/ 6418846 h 8151176"/>
              <a:gd name="connsiteX30" fmla="*/ 2637879 w 11869900"/>
              <a:gd name="connsiteY30" fmla="*/ 6291356 h 8151176"/>
              <a:gd name="connsiteX31" fmla="*/ 2589632 w 11869900"/>
              <a:gd name="connsiteY31" fmla="*/ 6275536 h 8151176"/>
              <a:gd name="connsiteX32" fmla="*/ 1721237 w 11869900"/>
              <a:gd name="connsiteY32" fmla="*/ 5877179 h 8151176"/>
              <a:gd name="connsiteX33" fmla="*/ 1693624 w 11869900"/>
              <a:gd name="connsiteY33" fmla="*/ 5861893 h 8151176"/>
              <a:gd name="connsiteX34" fmla="*/ 1083167 w 11869900"/>
              <a:gd name="connsiteY34" fmla="*/ 5459697 h 8151176"/>
              <a:gd name="connsiteX35" fmla="*/ 163654 w 11869900"/>
              <a:gd name="connsiteY35" fmla="*/ 3978739 h 8151176"/>
              <a:gd name="connsiteX36" fmla="*/ 0 w 11869900"/>
              <a:gd name="connsiteY36" fmla="*/ 2737319 h 8151176"/>
              <a:gd name="connsiteX37" fmla="*/ 6135721 w 11869900"/>
              <a:gd name="connsiteY37" fmla="*/ 3671844 h 8151176"/>
              <a:gd name="connsiteX38" fmla="*/ 6082646 w 11869900"/>
              <a:gd name="connsiteY38" fmla="*/ 3636645 h 8151176"/>
              <a:gd name="connsiteX39" fmla="*/ 5748608 w 11869900"/>
              <a:gd name="connsiteY39" fmla="*/ 3240557 h 8151176"/>
              <a:gd name="connsiteX40" fmla="*/ 5336405 w 11869900"/>
              <a:gd name="connsiteY40" fmla="*/ 1785896 h 8151176"/>
              <a:gd name="connsiteX41" fmla="*/ 5037924 w 11869900"/>
              <a:gd name="connsiteY41" fmla="*/ 0 h 81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69900" h="8151176">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761403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Statement 3">
    <p:bg>
      <p:bgPr>
        <a:solidFill>
          <a:schemeClr val="accent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6152" y="4739758"/>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F7F5F1"/>
              </a:solidFill>
            </a:endParaRPr>
          </a:p>
        </p:txBody>
      </p:sp>
      <p:sp>
        <p:nvSpPr>
          <p:cNvPr id="10" name="Freeform: Shape 9">
            <a:extLst>
              <a:ext uri="{FF2B5EF4-FFF2-40B4-BE49-F238E27FC236}">
                <a16:creationId xmlns:a16="http://schemas.microsoft.com/office/drawing/2014/main" id="{4C5BA459-736B-9CFC-512A-080623350A39}"/>
              </a:ext>
            </a:extLst>
          </p:cNvPr>
          <p:cNvSpPr/>
          <p:nvPr/>
        </p:nvSpPr>
        <p:spPr>
          <a:xfrm rot="15264538">
            <a:off x="1082711" y="-42791"/>
            <a:ext cx="1043490" cy="1082003"/>
          </a:xfrm>
          <a:custGeom>
            <a:avLst/>
            <a:gdLst>
              <a:gd name="connsiteX0" fmla="*/ 1015265 w 1043490"/>
              <a:gd name="connsiteY0" fmla="*/ 626017 h 1082003"/>
              <a:gd name="connsiteX1" fmla="*/ 937452 w 1043490"/>
              <a:gd name="connsiteY1" fmla="*/ 904879 h 1082003"/>
              <a:gd name="connsiteX2" fmla="*/ 894745 w 1043490"/>
              <a:gd name="connsiteY2" fmla="*/ 906275 h 1082003"/>
              <a:gd name="connsiteX3" fmla="*/ 749105 w 1043490"/>
              <a:gd name="connsiteY3" fmla="*/ 826720 h 1082003"/>
              <a:gd name="connsiteX4" fmla="*/ 723287 w 1043490"/>
              <a:gd name="connsiteY4" fmla="*/ 1033436 h 1082003"/>
              <a:gd name="connsiteX5" fmla="*/ 535208 w 1043490"/>
              <a:gd name="connsiteY5" fmla="*/ 1062954 h 1082003"/>
              <a:gd name="connsiteX6" fmla="*/ 461086 w 1043490"/>
              <a:gd name="connsiteY6" fmla="*/ 911589 h 1082003"/>
              <a:gd name="connsiteX7" fmla="*/ 308965 w 1043490"/>
              <a:gd name="connsiteY7" fmla="*/ 1065206 h 1082003"/>
              <a:gd name="connsiteX8" fmla="*/ 154434 w 1043490"/>
              <a:gd name="connsiteY8" fmla="*/ 914046 h 1082003"/>
              <a:gd name="connsiteX9" fmla="*/ 232675 w 1043490"/>
              <a:gd name="connsiteY9" fmla="*/ 729412 h 1082003"/>
              <a:gd name="connsiteX10" fmla="*/ 58947 w 1043490"/>
              <a:gd name="connsiteY10" fmla="*/ 703238 h 1082003"/>
              <a:gd name="connsiteX11" fmla="*/ 38864 w 1043490"/>
              <a:gd name="connsiteY11" fmla="*/ 502561 h 1082003"/>
              <a:gd name="connsiteX12" fmla="*/ 227406 w 1043490"/>
              <a:gd name="connsiteY12" fmla="*/ 456249 h 1082003"/>
              <a:gd name="connsiteX13" fmla="*/ 109433 w 1043490"/>
              <a:gd name="connsiteY13" fmla="*/ 301401 h 1082003"/>
              <a:gd name="connsiteX14" fmla="*/ 121097 w 1043490"/>
              <a:gd name="connsiteY14" fmla="*/ 174449 h 1082003"/>
              <a:gd name="connsiteX15" fmla="*/ 297087 w 1043490"/>
              <a:gd name="connsiteY15" fmla="*/ 135617 h 1082003"/>
              <a:gd name="connsiteX16" fmla="*/ 433813 w 1043490"/>
              <a:gd name="connsiteY16" fmla="*/ 222712 h 1082003"/>
              <a:gd name="connsiteX17" fmla="*/ 499826 w 1043490"/>
              <a:gd name="connsiteY17" fmla="*/ 40121 h 1082003"/>
              <a:gd name="connsiteX18" fmla="*/ 713870 w 1043490"/>
              <a:gd name="connsiteY18" fmla="*/ 55424 h 1082003"/>
              <a:gd name="connsiteX19" fmla="*/ 733683 w 1043490"/>
              <a:gd name="connsiteY19" fmla="*/ 273744 h 1082003"/>
              <a:gd name="connsiteX20" fmla="*/ 851462 w 1043490"/>
              <a:gd name="connsiteY20" fmla="*/ 170769 h 1082003"/>
              <a:gd name="connsiteX21" fmla="*/ 1038245 w 1043490"/>
              <a:gd name="connsiteY21" fmla="*/ 280606 h 1082003"/>
              <a:gd name="connsiteX22" fmla="*/ 1013858 w 1043490"/>
              <a:gd name="connsiteY22" fmla="*/ 436466 h 1082003"/>
              <a:gd name="connsiteX23" fmla="*/ 922561 w 1043490"/>
              <a:gd name="connsiteY23" fmla="*/ 547712 h 1082003"/>
              <a:gd name="connsiteX24" fmla="*/ 975832 w 1043490"/>
              <a:gd name="connsiteY24" fmla="*/ 587027 h 108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490" h="1082003">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9934195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4">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70B09-708A-C716-C566-245C0FE6BF66}"/>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99617" y="4736505"/>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0" name="Freeform: Shape 19">
            <a:extLst>
              <a:ext uri="{FF2B5EF4-FFF2-40B4-BE49-F238E27FC236}">
                <a16:creationId xmlns:a16="http://schemas.microsoft.com/office/drawing/2014/main" id="{E61F3292-111C-E2F8-FF24-E49D1470767B}"/>
              </a:ext>
            </a:extLst>
          </p:cNvPr>
          <p:cNvSpPr/>
          <p:nvPr/>
        </p:nvSpPr>
        <p:spPr>
          <a:xfrm rot="235225">
            <a:off x="1160881" y="-14733"/>
            <a:ext cx="1073939" cy="938762"/>
          </a:xfrm>
          <a:custGeom>
            <a:avLst/>
            <a:gdLst>
              <a:gd name="connsiteX0" fmla="*/ 116626 w 1073939"/>
              <a:gd name="connsiteY0" fmla="*/ 42474 h 938762"/>
              <a:gd name="connsiteX1" fmla="*/ 360402 w 1073939"/>
              <a:gd name="connsiteY1" fmla="*/ 25768 h 938762"/>
              <a:gd name="connsiteX2" fmla="*/ 382210 w 1073939"/>
              <a:gd name="connsiteY2" fmla="*/ 40203 h 938762"/>
              <a:gd name="connsiteX3" fmla="*/ 433813 w 1073939"/>
              <a:gd name="connsiteY3" fmla="*/ 79471 h 938762"/>
              <a:gd name="connsiteX4" fmla="*/ 445676 w 1073939"/>
              <a:gd name="connsiteY4" fmla="*/ 19924 h 938762"/>
              <a:gd name="connsiteX5" fmla="*/ 736402 w 1073939"/>
              <a:gd name="connsiteY5" fmla="*/ 0 h 938762"/>
              <a:gd name="connsiteX6" fmla="*/ 738744 w 1073939"/>
              <a:gd name="connsiteY6" fmla="*/ 15451 h 938762"/>
              <a:gd name="connsiteX7" fmla="*/ 733683 w 1073939"/>
              <a:gd name="connsiteY7" fmla="*/ 130503 h 938762"/>
              <a:gd name="connsiteX8" fmla="*/ 851462 w 1073939"/>
              <a:gd name="connsiteY8" fmla="*/ 27528 h 938762"/>
              <a:gd name="connsiteX9" fmla="*/ 1038245 w 1073939"/>
              <a:gd name="connsiteY9" fmla="*/ 137365 h 938762"/>
              <a:gd name="connsiteX10" fmla="*/ 1013858 w 1073939"/>
              <a:gd name="connsiteY10" fmla="*/ 293225 h 938762"/>
              <a:gd name="connsiteX11" fmla="*/ 922561 w 1073939"/>
              <a:gd name="connsiteY11" fmla="*/ 404471 h 938762"/>
              <a:gd name="connsiteX12" fmla="*/ 1048772 w 1073939"/>
              <a:gd name="connsiteY12" fmla="*/ 515908 h 938762"/>
              <a:gd name="connsiteX13" fmla="*/ 1063394 w 1073939"/>
              <a:gd name="connsiteY13" fmla="*/ 687772 h 938762"/>
              <a:gd name="connsiteX14" fmla="*/ 894745 w 1073939"/>
              <a:gd name="connsiteY14" fmla="*/ 763034 h 938762"/>
              <a:gd name="connsiteX15" fmla="*/ 749105 w 1073939"/>
              <a:gd name="connsiteY15" fmla="*/ 683479 h 938762"/>
              <a:gd name="connsiteX16" fmla="*/ 723287 w 1073939"/>
              <a:gd name="connsiteY16" fmla="*/ 890195 h 938762"/>
              <a:gd name="connsiteX17" fmla="*/ 535208 w 1073939"/>
              <a:gd name="connsiteY17" fmla="*/ 919713 h 938762"/>
              <a:gd name="connsiteX18" fmla="*/ 461086 w 1073939"/>
              <a:gd name="connsiteY18" fmla="*/ 768348 h 938762"/>
              <a:gd name="connsiteX19" fmla="*/ 308965 w 1073939"/>
              <a:gd name="connsiteY19" fmla="*/ 921964 h 938762"/>
              <a:gd name="connsiteX20" fmla="*/ 154434 w 1073939"/>
              <a:gd name="connsiteY20" fmla="*/ 770805 h 938762"/>
              <a:gd name="connsiteX21" fmla="*/ 232675 w 1073939"/>
              <a:gd name="connsiteY21" fmla="*/ 586171 h 938762"/>
              <a:gd name="connsiteX22" fmla="*/ 58947 w 1073939"/>
              <a:gd name="connsiteY22" fmla="*/ 559997 h 938762"/>
              <a:gd name="connsiteX23" fmla="*/ 38864 w 1073939"/>
              <a:gd name="connsiteY23" fmla="*/ 359320 h 938762"/>
              <a:gd name="connsiteX24" fmla="*/ 227406 w 1073939"/>
              <a:gd name="connsiteY24" fmla="*/ 313008 h 938762"/>
              <a:gd name="connsiteX25" fmla="*/ 109433 w 1073939"/>
              <a:gd name="connsiteY25" fmla="*/ 158160 h 938762"/>
              <a:gd name="connsiteX26" fmla="*/ 108567 w 1073939"/>
              <a:gd name="connsiteY26" fmla="*/ 62781 h 9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3939" h="938762">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878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7CF79DB2-B0CF-4CB1-AE78-9ED1037C015C}" type="slidenum">
              <a:rPr lang="en-US" smtClean="0"/>
              <a:t>‹#›</a:t>
            </a:fld>
            <a:endParaRPr 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1830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2"/>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CB5BDB0-D09A-3F73-6960-6AAC1562FCCA}"/>
              </a:ext>
            </a:extLst>
          </p:cNvPr>
          <p:cNvSpPr>
            <a:spLocks noGrp="1"/>
          </p:cNvSpPr>
          <p:nvPr>
            <p:ph type="title" hasCustomPrompt="1"/>
          </p:nvPr>
        </p:nvSpPr>
        <p:spPr>
          <a:xfrm>
            <a:off x="699660" y="5587512"/>
            <a:ext cx="6129845" cy="532474"/>
          </a:xfrm>
        </p:spPr>
        <p:txBody>
          <a:bodyPr anchor="ctr"/>
          <a:lstStyle>
            <a:lvl1pPr>
              <a:defRPr sz="1400" b="0" cap="all" spc="100" baseline="0">
                <a:solidFill>
                  <a:schemeClr val="tx2"/>
                </a:solidFill>
                <a:latin typeface="+mn-lt"/>
              </a:defRPr>
            </a:lvl1pPr>
          </a:lstStyle>
          <a:p>
            <a:r>
              <a:rPr lang="en-US" dirty="0"/>
              <a:t>Quote Author</a:t>
            </a:r>
          </a:p>
        </p:txBody>
      </p:sp>
      <p:sp>
        <p:nvSpPr>
          <p:cNvPr id="11" name="Freeform: Shape 10">
            <a:extLst>
              <a:ext uri="{FF2B5EF4-FFF2-40B4-BE49-F238E27FC236}">
                <a16:creationId xmlns:a16="http://schemas.microsoft.com/office/drawing/2014/main" id="{CD083816-EA1D-0185-DCA0-ECFED8A9938E}"/>
              </a:ext>
            </a:extLst>
          </p:cNvPr>
          <p:cNvSpPr/>
          <p:nvPr/>
        </p:nvSpPr>
        <p:spPr>
          <a:xfrm rot="10501542">
            <a:off x="9160369" y="5719090"/>
            <a:ext cx="2294401" cy="1139443"/>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092614 w 2876897"/>
              <a:gd name="connsiteY7" fmla="*/ 514347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10912 w 2876897"/>
              <a:gd name="connsiteY7" fmla="*/ 2380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9963"/>
              <a:gd name="connsiteY0" fmla="*/ 1390335 h 1560220"/>
              <a:gd name="connsiteX1" fmla="*/ 116789 w 2879963"/>
              <a:gd name="connsiteY1" fmla="*/ 590029 h 1560220"/>
              <a:gd name="connsiteX2" fmla="*/ 0 w 2879963"/>
              <a:gd name="connsiteY2" fmla="*/ 83689 h 1560220"/>
              <a:gd name="connsiteX3" fmla="*/ 574390 w 2879963"/>
              <a:gd name="connsiteY3" fmla="*/ 0 h 1560220"/>
              <a:gd name="connsiteX4" fmla="*/ 592822 w 2879963"/>
              <a:gd name="connsiteY4" fmla="*/ 142333 h 1560220"/>
              <a:gd name="connsiteX5" fmla="*/ 1077920 w 2879963"/>
              <a:gd name="connsiteY5" fmla="*/ 764841 h 1560220"/>
              <a:gd name="connsiteX6" fmla="*/ 1776182 w 2879963"/>
              <a:gd name="connsiteY6" fmla="*/ 795583 h 1560220"/>
              <a:gd name="connsiteX7" fmla="*/ 2235096 w 2879963"/>
              <a:gd name="connsiteY7" fmla="*/ 55217 h 1560220"/>
              <a:gd name="connsiteX8" fmla="*/ 2879964 w 2879963"/>
              <a:gd name="connsiteY8" fmla="*/ 112355 h 1560220"/>
              <a:gd name="connsiteX9" fmla="*/ 2084403 w 2879963"/>
              <a:gd name="connsiteY9" fmla="*/ 1412939 h 1560220"/>
              <a:gd name="connsiteX10" fmla="*/ 698505 w 2879963"/>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64" h="1560220">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30B3E6CB-737D-03DC-A25E-FD80772E8B72}"/>
              </a:ext>
            </a:extLst>
          </p:cNvPr>
          <p:cNvSpPr/>
          <p:nvPr/>
        </p:nvSpPr>
        <p:spPr>
          <a:xfrm>
            <a:off x="0" y="1"/>
            <a:ext cx="12192000" cy="5312413"/>
          </a:xfrm>
          <a:custGeom>
            <a:avLst/>
            <a:gdLst>
              <a:gd name="connsiteX0" fmla="*/ 0 w 12192000"/>
              <a:gd name="connsiteY0" fmla="*/ 0 h 5312413"/>
              <a:gd name="connsiteX1" fmla="*/ 12192000 w 12192000"/>
              <a:gd name="connsiteY1" fmla="*/ 0 h 5312413"/>
              <a:gd name="connsiteX2" fmla="*/ 12192000 w 12192000"/>
              <a:gd name="connsiteY2" fmla="*/ 4999420 h 5312413"/>
              <a:gd name="connsiteX3" fmla="*/ 12131431 w 12192000"/>
              <a:gd name="connsiteY3" fmla="*/ 4980907 h 5312413"/>
              <a:gd name="connsiteX4" fmla="*/ 11715832 w 12192000"/>
              <a:gd name="connsiteY4" fmla="*/ 4917306 h 5312413"/>
              <a:gd name="connsiteX5" fmla="*/ 10670046 w 12192000"/>
              <a:gd name="connsiteY5" fmla="*/ 5279613 h 5312413"/>
              <a:gd name="connsiteX6" fmla="*/ 9684228 w 12192000"/>
              <a:gd name="connsiteY6" fmla="*/ 4917306 h 5312413"/>
              <a:gd name="connsiteX7" fmla="*/ 8665096 w 12192000"/>
              <a:gd name="connsiteY7" fmla="*/ 5202087 h 5312413"/>
              <a:gd name="connsiteX8" fmla="*/ 7652624 w 12192000"/>
              <a:gd name="connsiteY8" fmla="*/ 4917306 h 5312413"/>
              <a:gd name="connsiteX9" fmla="*/ 6643485 w 12192000"/>
              <a:gd name="connsiteY9" fmla="*/ 5312413 h 5312413"/>
              <a:gd name="connsiteX10" fmla="*/ 5614806 w 12192000"/>
              <a:gd name="connsiteY10" fmla="*/ 4917306 h 5312413"/>
              <a:gd name="connsiteX11" fmla="*/ 4585678 w 12192000"/>
              <a:gd name="connsiteY11" fmla="*/ 5214014 h 5312413"/>
              <a:gd name="connsiteX12" fmla="*/ 3599272 w 12192000"/>
              <a:gd name="connsiteY12" fmla="*/ 4845898 h 5312413"/>
              <a:gd name="connsiteX13" fmla="*/ 2567400 w 12192000"/>
              <a:gd name="connsiteY13" fmla="*/ 5267687 h 5312413"/>
              <a:gd name="connsiteX14" fmla="*/ 1542964 w 12192000"/>
              <a:gd name="connsiteY14" fmla="*/ 4917461 h 5312413"/>
              <a:gd name="connsiteX15" fmla="*/ 521639 w 12192000"/>
              <a:gd name="connsiteY15" fmla="*/ 5267687 h 5312413"/>
              <a:gd name="connsiteX16" fmla="*/ 33615 w 12192000"/>
              <a:gd name="connsiteY16" fmla="*/ 5192835 h 5312413"/>
              <a:gd name="connsiteX17" fmla="*/ 0 w 12192000"/>
              <a:gd name="connsiteY17" fmla="*/ 5177578 h 53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5312413">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568A80"/>
              </a:solidFill>
            </a:endParaRPr>
          </a:p>
        </p:txBody>
      </p:sp>
      <p:sp>
        <p:nvSpPr>
          <p:cNvPr id="22" name="Content Placeholder 21">
            <a:extLst>
              <a:ext uri="{FF2B5EF4-FFF2-40B4-BE49-F238E27FC236}">
                <a16:creationId xmlns:a16="http://schemas.microsoft.com/office/drawing/2014/main" id="{9B6D7956-58B5-E269-BEEF-AF8BC578A2BA}"/>
              </a:ext>
            </a:extLst>
          </p:cNvPr>
          <p:cNvSpPr>
            <a:spLocks noGrp="1"/>
          </p:cNvSpPr>
          <p:nvPr>
            <p:ph sz="quarter" idx="13" hasCustomPrompt="1"/>
          </p:nvPr>
        </p:nvSpPr>
        <p:spPr>
          <a:xfrm>
            <a:off x="477838" y="630238"/>
            <a:ext cx="7751762" cy="3838602"/>
          </a:xfrm>
        </p:spPr>
        <p:txBody>
          <a:bodyPr anchor="ctr"/>
          <a:lstStyle>
            <a:lvl1pPr marL="0" indent="0">
              <a:lnSpc>
                <a:spcPct val="55000"/>
              </a:lnSpc>
              <a:buNone/>
              <a:defRPr sz="6600" b="1">
                <a:solidFill>
                  <a:schemeClr val="tx2"/>
                </a:solidFill>
                <a:latin typeface="+mj-lt"/>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40358" y="6356350"/>
            <a:ext cx="2066535" cy="365125"/>
          </a:xfrm>
        </p:spPr>
        <p:txBody>
          <a:bodyPr/>
          <a:lstStyle>
            <a:lvl1pPr>
              <a:defRPr>
                <a:solidFill>
                  <a:schemeClr val="tx2"/>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8" name="Group 7">
            <a:extLst>
              <a:ext uri="{FF2B5EF4-FFF2-40B4-BE49-F238E27FC236}">
                <a16:creationId xmlns:a16="http://schemas.microsoft.com/office/drawing/2014/main" id="{D45DE350-66DE-82FB-C8DA-C1854E7422EC}"/>
              </a:ext>
            </a:extLst>
          </p:cNvPr>
          <p:cNvGrpSpPr/>
          <p:nvPr/>
        </p:nvGrpSpPr>
        <p:grpSpPr>
          <a:xfrm rot="11355259">
            <a:off x="9248669" y="363930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BFFE0742-084E-C656-84D3-75743877C7A3}"/>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7A2C09-E261-A0F3-A49F-65FEAC67A852}"/>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8BC90405-B189-EAA9-0A17-3C46AA0BF835}"/>
              </a:ext>
            </a:extLst>
          </p:cNvPr>
          <p:cNvGrpSpPr/>
          <p:nvPr/>
        </p:nvGrpSpPr>
        <p:grpSpPr>
          <a:xfrm flipH="1">
            <a:off x="10024278" y="4946777"/>
            <a:ext cx="637672" cy="341819"/>
            <a:chOff x="5447388" y="3100610"/>
            <a:chExt cx="1500891" cy="804540"/>
          </a:xfrm>
        </p:grpSpPr>
        <p:sp>
          <p:nvSpPr>
            <p:cNvPr id="13" name="Oval 12">
              <a:extLst>
                <a:ext uri="{FF2B5EF4-FFF2-40B4-BE49-F238E27FC236}">
                  <a16:creationId xmlns:a16="http://schemas.microsoft.com/office/drawing/2014/main" id="{8CD69D4C-A711-6F81-062E-EFD3C0A5777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7430E86-E1FE-DF7E-809E-3B87EB6AA00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DC0A57C4-C002-B7E8-16C1-6A4E2C25DA08}"/>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B213CD-0A8E-EE9B-EEC5-F3A7B21B5F24}"/>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607927F-97EE-4139-3B32-8503DB868E5C}"/>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1124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578F8E5-1278-ED4E-82A7-295E240AA726}"/>
              </a:ext>
            </a:extLst>
          </p:cNvPr>
          <p:cNvSpPr/>
          <p:nvPr/>
        </p:nvSpPr>
        <p:spPr>
          <a:xfrm>
            <a:off x="0" y="5653089"/>
            <a:ext cx="12208212" cy="1231318"/>
          </a:xfrm>
          <a:custGeom>
            <a:avLst/>
            <a:gdLst>
              <a:gd name="connsiteX0" fmla="*/ 5330927 w 12208212"/>
              <a:gd name="connsiteY0" fmla="*/ 0 h 1231318"/>
              <a:gd name="connsiteX1" fmla="*/ 4384533 w 12208212"/>
              <a:gd name="connsiteY1" fmla="*/ 395032 h 1231318"/>
              <a:gd name="connsiteX2" fmla="*/ 3435012 w 12208212"/>
              <a:gd name="connsiteY2" fmla="*/ 110306 h 1231318"/>
              <a:gd name="connsiteX3" fmla="*/ 2479247 w 12208212"/>
              <a:gd name="connsiteY3" fmla="*/ 395032 h 1231318"/>
              <a:gd name="connsiteX4" fmla="*/ 1554722 w 12208212"/>
              <a:gd name="connsiteY4" fmla="*/ 32794 h 1231318"/>
              <a:gd name="connsiteX5" fmla="*/ 573960 w 12208212"/>
              <a:gd name="connsiteY5" fmla="*/ 395032 h 1231318"/>
              <a:gd name="connsiteX6" fmla="*/ 60842 w 12208212"/>
              <a:gd name="connsiteY6" fmla="*/ 291245 h 1231318"/>
              <a:gd name="connsiteX7" fmla="*/ 0 w 12208212"/>
              <a:gd name="connsiteY7" fmla="*/ 268637 h 1231318"/>
              <a:gd name="connsiteX8" fmla="*/ 0 w 12208212"/>
              <a:gd name="connsiteY8" fmla="*/ 638970 h 1231318"/>
              <a:gd name="connsiteX9" fmla="*/ 0 w 12208212"/>
              <a:gd name="connsiteY9" fmla="*/ 860985 h 1231318"/>
              <a:gd name="connsiteX10" fmla="*/ 0 w 12208212"/>
              <a:gd name="connsiteY10" fmla="*/ 1231318 h 1231318"/>
              <a:gd name="connsiteX11" fmla="*/ 12208212 w 12208212"/>
              <a:gd name="connsiteY11" fmla="*/ 1231318 h 1231318"/>
              <a:gd name="connsiteX12" fmla="*/ 12208212 w 12208212"/>
              <a:gd name="connsiteY12" fmla="*/ 860985 h 1231318"/>
              <a:gd name="connsiteX13" fmla="*/ 12208212 w 12208212"/>
              <a:gd name="connsiteY13" fmla="*/ 639601 h 1231318"/>
              <a:gd name="connsiteX14" fmla="*/ 12208212 w 12208212"/>
              <a:gd name="connsiteY14" fmla="*/ 269268 h 1231318"/>
              <a:gd name="connsiteX15" fmla="*/ 12180444 w 12208212"/>
              <a:gd name="connsiteY15" fmla="*/ 316198 h 1231318"/>
              <a:gd name="connsiteX16" fmla="*/ 12024780 w 12208212"/>
              <a:gd name="connsiteY16" fmla="*/ 395032 h 1231318"/>
              <a:gd name="connsiteX17" fmla="*/ 11072138 w 12208212"/>
              <a:gd name="connsiteY17" fmla="*/ 44718 h 1231318"/>
              <a:gd name="connsiteX18" fmla="*/ 10114315 w 12208212"/>
              <a:gd name="connsiteY18" fmla="*/ 394876 h 1231318"/>
              <a:gd name="connsiteX19" fmla="*/ 9153575 w 12208212"/>
              <a:gd name="connsiteY19" fmla="*/ 44718 h 1231318"/>
              <a:gd name="connsiteX20" fmla="*/ 8185861 w 12208212"/>
              <a:gd name="connsiteY20" fmla="*/ 466426 h 1231318"/>
              <a:gd name="connsiteX21" fmla="*/ 7260788 w 12208212"/>
              <a:gd name="connsiteY21" fmla="*/ 98380 h 1231318"/>
              <a:gd name="connsiteX22" fmla="*/ 6295646 w 12208212"/>
              <a:gd name="connsiteY22" fmla="*/ 395032 h 1231318"/>
              <a:gd name="connsiteX23" fmla="*/ 5330927 w 12208212"/>
              <a:gd name="connsiteY23" fmla="*/ 0 h 123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208212" h="1231318">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28">
            <a:extLst>
              <a:ext uri="{FF2B5EF4-FFF2-40B4-BE49-F238E27FC236}">
                <a16:creationId xmlns:a16="http://schemas.microsoft.com/office/drawing/2014/main" id="{7FBAE1D3-F4E8-270C-F10B-768DE66639DE}"/>
              </a:ext>
            </a:extLst>
          </p:cNvPr>
          <p:cNvSpPr/>
          <p:nvPr/>
        </p:nvSpPr>
        <p:spPr>
          <a:xfrm rot="2913124">
            <a:off x="2496581" y="5200785"/>
            <a:ext cx="1722563" cy="17213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2989465"/>
              <a:gd name="connsiteY0" fmla="*/ 1625144 h 3020612"/>
              <a:gd name="connsiteX1" fmla="*/ 453606 w 2989465"/>
              <a:gd name="connsiteY1" fmla="*/ 461249 h 3020612"/>
              <a:gd name="connsiteX2" fmla="*/ 1412722 w 2989465"/>
              <a:gd name="connsiteY2" fmla="*/ 809 h 3020612"/>
              <a:gd name="connsiteX3" fmla="*/ 2634620 w 2989465"/>
              <a:gd name="connsiteY3" fmla="*/ 407064 h 3020612"/>
              <a:gd name="connsiteX4" fmla="*/ 2852381 w 2989465"/>
              <a:gd name="connsiteY4" fmla="*/ 2118839 h 3020612"/>
              <a:gd name="connsiteX5" fmla="*/ 1256935 w 2989465"/>
              <a:gd name="connsiteY5" fmla="*/ 3005639 h 3020612"/>
              <a:gd name="connsiteX6" fmla="*/ 11907 w 2989465"/>
              <a:gd name="connsiteY6" fmla="*/ 1625144 h 3020612"/>
              <a:gd name="connsiteX0" fmla="*/ 11907 w 2987405"/>
              <a:gd name="connsiteY0" fmla="*/ 1624530 h 3019998"/>
              <a:gd name="connsiteX1" fmla="*/ 453606 w 2987405"/>
              <a:gd name="connsiteY1" fmla="*/ 460635 h 3019998"/>
              <a:gd name="connsiteX2" fmla="*/ 1412722 w 2987405"/>
              <a:gd name="connsiteY2" fmla="*/ 195 h 3019998"/>
              <a:gd name="connsiteX3" fmla="*/ 2625597 w 2987405"/>
              <a:gd name="connsiteY3" fmla="*/ 431717 h 3019998"/>
              <a:gd name="connsiteX4" fmla="*/ 2852381 w 2987405"/>
              <a:gd name="connsiteY4" fmla="*/ 2118225 h 3019998"/>
              <a:gd name="connsiteX5" fmla="*/ 1256935 w 2987405"/>
              <a:gd name="connsiteY5" fmla="*/ 3005025 h 3019998"/>
              <a:gd name="connsiteX6" fmla="*/ 11907 w 2987405"/>
              <a:gd name="connsiteY6" fmla="*/ 1624530 h 3019998"/>
              <a:gd name="connsiteX0" fmla="*/ 11907 w 3022164"/>
              <a:gd name="connsiteY0" fmla="*/ 1624548 h 3020016"/>
              <a:gd name="connsiteX1" fmla="*/ 453606 w 3022164"/>
              <a:gd name="connsiteY1" fmla="*/ 460653 h 3020016"/>
              <a:gd name="connsiteX2" fmla="*/ 1412722 w 3022164"/>
              <a:gd name="connsiteY2" fmla="*/ 213 h 3020016"/>
              <a:gd name="connsiteX3" fmla="*/ 2625597 w 3022164"/>
              <a:gd name="connsiteY3" fmla="*/ 431735 h 3020016"/>
              <a:gd name="connsiteX4" fmla="*/ 2852381 w 3022164"/>
              <a:gd name="connsiteY4" fmla="*/ 2118243 h 3020016"/>
              <a:gd name="connsiteX5" fmla="*/ 1256935 w 3022164"/>
              <a:gd name="connsiteY5" fmla="*/ 3005043 h 3020016"/>
              <a:gd name="connsiteX6" fmla="*/ 11907 w 3022164"/>
              <a:gd name="connsiteY6" fmla="*/ 1624548 h 30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2164" h="3020016">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8DAAFBF-DC90-5F6C-AAB9-097697784A5C}"/>
              </a:ext>
            </a:extLst>
          </p:cNvPr>
          <p:cNvSpPr/>
          <p:nvPr/>
        </p:nvSpPr>
        <p:spPr>
          <a:xfrm rot="10281995">
            <a:off x="845326" y="4699820"/>
            <a:ext cx="1591046" cy="1484162"/>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3039184" y="4313628"/>
            <a:ext cx="6129845" cy="532474"/>
          </a:xfrm>
        </p:spPr>
        <p:txBody>
          <a:bodyPr anchor="ctr">
            <a:normAutofit/>
          </a:bodyPr>
          <a:lstStyle>
            <a:lvl1pPr algn="ctr">
              <a:defRPr sz="1400" b="0" cap="all" spc="100"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524145" y="1449238"/>
            <a:ext cx="7159923" cy="2600704"/>
          </a:xfrm>
          <a:prstGeom prst="rect">
            <a:avLst/>
          </a:prstGeom>
        </p:spPr>
        <p:txBody>
          <a:bodyPr anchor="ctr">
            <a:normAutofit/>
          </a:bodyPr>
          <a:lstStyle>
            <a:lvl1pPr marL="100584" algn="ctr">
              <a:lnSpc>
                <a:spcPct val="55000"/>
              </a:lnSpc>
              <a:buNone/>
              <a:defRPr sz="6600" b="1">
                <a:solidFill>
                  <a:schemeClr val="tx2"/>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1" name="Group 20">
            <a:extLst>
              <a:ext uri="{FF2B5EF4-FFF2-40B4-BE49-F238E27FC236}">
                <a16:creationId xmlns:a16="http://schemas.microsoft.com/office/drawing/2014/main" id="{FCD05DDD-048A-FF67-6EB6-E2206F4135CF}"/>
              </a:ext>
            </a:extLst>
          </p:cNvPr>
          <p:cNvGrpSpPr/>
          <p:nvPr/>
        </p:nvGrpSpPr>
        <p:grpSpPr>
          <a:xfrm flipH="1">
            <a:off x="1461243" y="5154219"/>
            <a:ext cx="606590" cy="398819"/>
            <a:chOff x="10056508" y="3520306"/>
            <a:chExt cx="713092" cy="468842"/>
          </a:xfrm>
        </p:grpSpPr>
        <p:sp>
          <p:nvSpPr>
            <p:cNvPr id="22" name="Freeform: Shape 11">
              <a:extLst>
                <a:ext uri="{FF2B5EF4-FFF2-40B4-BE49-F238E27FC236}">
                  <a16:creationId xmlns:a16="http://schemas.microsoft.com/office/drawing/2014/main" id="{BFC9C804-0470-89C4-A2E6-115DAFF78AE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3" name="Oval 22">
              <a:extLst>
                <a:ext uri="{FF2B5EF4-FFF2-40B4-BE49-F238E27FC236}">
                  <a16:creationId xmlns:a16="http://schemas.microsoft.com/office/drawing/2014/main" id="{88AE716F-800E-C184-26A7-B496AFB40246}"/>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4" name="Freeform: Shape 13">
              <a:extLst>
                <a:ext uri="{FF2B5EF4-FFF2-40B4-BE49-F238E27FC236}">
                  <a16:creationId xmlns:a16="http://schemas.microsoft.com/office/drawing/2014/main" id="{2FC0FE7E-3BD2-4359-0E7D-193A51635F6A}"/>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5" name="Oval 24">
              <a:extLst>
                <a:ext uri="{FF2B5EF4-FFF2-40B4-BE49-F238E27FC236}">
                  <a16:creationId xmlns:a16="http://schemas.microsoft.com/office/drawing/2014/main" id="{8E14F209-768C-4962-524A-4A03C589345C}"/>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6" name="Freeform: Shape 15">
              <a:extLst>
                <a:ext uri="{FF2B5EF4-FFF2-40B4-BE49-F238E27FC236}">
                  <a16:creationId xmlns:a16="http://schemas.microsoft.com/office/drawing/2014/main" id="{44E55222-CFA2-18A0-9F4D-6A50A3AA72A6}"/>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grpSp>
        <p:nvGrpSpPr>
          <p:cNvPr id="17" name="Group 16">
            <a:extLst>
              <a:ext uri="{FF2B5EF4-FFF2-40B4-BE49-F238E27FC236}">
                <a16:creationId xmlns:a16="http://schemas.microsoft.com/office/drawing/2014/main" id="{FA2A6B88-213F-17CB-9F0E-DD2ACE97A157}"/>
              </a:ext>
            </a:extLst>
          </p:cNvPr>
          <p:cNvGrpSpPr/>
          <p:nvPr/>
        </p:nvGrpSpPr>
        <p:grpSpPr>
          <a:xfrm>
            <a:off x="3028914" y="5877403"/>
            <a:ext cx="672886" cy="425423"/>
            <a:chOff x="1587643" y="384029"/>
            <a:chExt cx="672886" cy="425423"/>
          </a:xfrm>
        </p:grpSpPr>
        <p:grpSp>
          <p:nvGrpSpPr>
            <p:cNvPr id="13" name="Group 12">
              <a:extLst>
                <a:ext uri="{FF2B5EF4-FFF2-40B4-BE49-F238E27FC236}">
                  <a16:creationId xmlns:a16="http://schemas.microsoft.com/office/drawing/2014/main" id="{B51F7737-6F9C-8F71-0041-23F0EEAD7753}"/>
                </a:ext>
              </a:extLst>
            </p:cNvPr>
            <p:cNvGrpSpPr/>
            <p:nvPr/>
          </p:nvGrpSpPr>
          <p:grpSpPr>
            <a:xfrm>
              <a:off x="1587643" y="384029"/>
              <a:ext cx="672886" cy="164624"/>
              <a:chOff x="8663598" y="4719110"/>
              <a:chExt cx="672886" cy="164624"/>
            </a:xfrm>
          </p:grpSpPr>
          <p:sp>
            <p:nvSpPr>
              <p:cNvPr id="14" name="Freeform: Shape 25">
                <a:extLst>
                  <a:ext uri="{FF2B5EF4-FFF2-40B4-BE49-F238E27FC236}">
                    <a16:creationId xmlns:a16="http://schemas.microsoft.com/office/drawing/2014/main" id="{E545FB0B-5129-AC93-9A43-A4ED9DE30950}"/>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6">
                <a:extLst>
                  <a:ext uri="{FF2B5EF4-FFF2-40B4-BE49-F238E27FC236}">
                    <a16:creationId xmlns:a16="http://schemas.microsoft.com/office/drawing/2014/main" id="{304F99FC-8357-82E5-7832-AAD0D99FDC9D}"/>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Shape 13">
              <a:extLst>
                <a:ext uri="{FF2B5EF4-FFF2-40B4-BE49-F238E27FC236}">
                  <a16:creationId xmlns:a16="http://schemas.microsoft.com/office/drawing/2014/main" id="{88066C6A-F0C9-2A74-7D59-7309FC630D98}"/>
                </a:ext>
              </a:extLst>
            </p:cNvPr>
            <p:cNvSpPr/>
            <p:nvPr/>
          </p:nvSpPr>
          <p:spPr>
            <a:xfrm rot="522784" flipH="1">
              <a:off x="1669377" y="716268"/>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976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 name="Oval 28">
            <a:extLst>
              <a:ext uri="{FF2B5EF4-FFF2-40B4-BE49-F238E27FC236}">
                <a16:creationId xmlns:a16="http://schemas.microsoft.com/office/drawing/2014/main" id="{03C5E189-8BF3-0B76-6232-C6D6FAAA2120}"/>
              </a:ext>
            </a:extLst>
          </p:cNvPr>
          <p:cNvSpPr/>
          <p:nvPr/>
        </p:nvSpPr>
        <p:spPr>
          <a:xfrm rot="1928485">
            <a:off x="9986315" y="5109220"/>
            <a:ext cx="1775804" cy="176605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777B119-10FB-D68E-C27A-EAC9E36B8099}"/>
              </a:ext>
            </a:extLst>
          </p:cNvPr>
          <p:cNvSpPr/>
          <p:nvPr/>
        </p:nvSpPr>
        <p:spPr>
          <a:xfrm rot="10608452">
            <a:off x="9188726" y="4070527"/>
            <a:ext cx="2133946" cy="106897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Freeform: Shape 9">
            <a:extLst>
              <a:ext uri="{FF2B5EF4-FFF2-40B4-BE49-F238E27FC236}">
                <a16:creationId xmlns:a16="http://schemas.microsoft.com/office/drawing/2014/main" id="{7FE217FE-694C-C374-070B-C1FB101265A5}"/>
              </a:ext>
            </a:extLst>
          </p:cNvPr>
          <p:cNvSpPr/>
          <p:nvPr/>
        </p:nvSpPr>
        <p:spPr>
          <a:xfrm rot="8519121">
            <a:off x="7784028" y="4988068"/>
            <a:ext cx="1793387" cy="156726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97777 w 2972903"/>
              <a:gd name="connsiteY7" fmla="*/ 961152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63632 w 2972903"/>
              <a:gd name="connsiteY5" fmla="*/ 388957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87831"/>
              <a:gd name="connsiteY0" fmla="*/ 1510879 h 1599668"/>
              <a:gd name="connsiteX1" fmla="*/ 463952 w 2987831"/>
              <a:gd name="connsiteY1" fmla="*/ 1281762 h 1599668"/>
              <a:gd name="connsiteX2" fmla="*/ 194856 w 2987831"/>
              <a:gd name="connsiteY2" fmla="*/ 706389 h 1599668"/>
              <a:gd name="connsiteX3" fmla="*/ 0 w 2987831"/>
              <a:gd name="connsiteY3" fmla="*/ 0 h 1599668"/>
              <a:gd name="connsiteX4" fmla="*/ 855425 w 2987831"/>
              <a:gd name="connsiteY4" fmla="*/ 4704 h 1599668"/>
              <a:gd name="connsiteX5" fmla="*/ 932376 w 2987831"/>
              <a:gd name="connsiteY5" fmla="*/ 436719 h 1599668"/>
              <a:gd name="connsiteX6" fmla="*/ 1279048 w 2987831"/>
              <a:gd name="connsiteY6" fmla="*/ 991260 h 1599668"/>
              <a:gd name="connsiteX7" fmla="*/ 1997777 w 2987831"/>
              <a:gd name="connsiteY7" fmla="*/ 961152 h 1599668"/>
              <a:gd name="connsiteX8" fmla="*/ 2107076 w 2987831"/>
              <a:gd name="connsiteY8" fmla="*/ 511371 h 1599668"/>
              <a:gd name="connsiteX9" fmla="*/ 2082107 w 2987831"/>
              <a:gd name="connsiteY9" fmla="*/ 42468 h 1599668"/>
              <a:gd name="connsiteX10" fmla="*/ 2923738 w 2987831"/>
              <a:gd name="connsiteY10" fmla="*/ 67242 h 1599668"/>
              <a:gd name="connsiteX11" fmla="*/ 2568409 w 2987831"/>
              <a:gd name="connsiteY11" fmla="*/ 1426949 h 1599668"/>
              <a:gd name="connsiteX12" fmla="*/ 920639 w 2987831"/>
              <a:gd name="connsiteY12" fmla="*/ 1510879 h 1599668"/>
              <a:gd name="connsiteX0" fmla="*/ 920639 w 2967543"/>
              <a:gd name="connsiteY0" fmla="*/ 1510879 h 1599668"/>
              <a:gd name="connsiteX1" fmla="*/ 463952 w 2967543"/>
              <a:gd name="connsiteY1" fmla="*/ 1281762 h 1599668"/>
              <a:gd name="connsiteX2" fmla="*/ 194856 w 2967543"/>
              <a:gd name="connsiteY2" fmla="*/ 706389 h 1599668"/>
              <a:gd name="connsiteX3" fmla="*/ 0 w 2967543"/>
              <a:gd name="connsiteY3" fmla="*/ 0 h 1599668"/>
              <a:gd name="connsiteX4" fmla="*/ 855425 w 2967543"/>
              <a:gd name="connsiteY4" fmla="*/ 4704 h 1599668"/>
              <a:gd name="connsiteX5" fmla="*/ 932376 w 2967543"/>
              <a:gd name="connsiteY5" fmla="*/ 436719 h 1599668"/>
              <a:gd name="connsiteX6" fmla="*/ 1279048 w 2967543"/>
              <a:gd name="connsiteY6" fmla="*/ 991260 h 1599668"/>
              <a:gd name="connsiteX7" fmla="*/ 1997777 w 2967543"/>
              <a:gd name="connsiteY7" fmla="*/ 961152 h 1599668"/>
              <a:gd name="connsiteX8" fmla="*/ 2107076 w 2967543"/>
              <a:gd name="connsiteY8" fmla="*/ 511371 h 1599668"/>
              <a:gd name="connsiteX9" fmla="*/ 2082107 w 2967543"/>
              <a:gd name="connsiteY9" fmla="*/ 42468 h 1599668"/>
              <a:gd name="connsiteX10" fmla="*/ 2923738 w 2967543"/>
              <a:gd name="connsiteY10" fmla="*/ 67242 h 1599668"/>
              <a:gd name="connsiteX11" fmla="*/ 2568409 w 2967543"/>
              <a:gd name="connsiteY11" fmla="*/ 1426949 h 1599668"/>
              <a:gd name="connsiteX12" fmla="*/ 920639 w 2967543"/>
              <a:gd name="connsiteY12" fmla="*/ 1510879 h 1599668"/>
              <a:gd name="connsiteX0" fmla="*/ 855485 w 2902389"/>
              <a:gd name="connsiteY0" fmla="*/ 1510299 h 1599088"/>
              <a:gd name="connsiteX1" fmla="*/ 398798 w 2902389"/>
              <a:gd name="connsiteY1" fmla="*/ 1281182 h 1599088"/>
              <a:gd name="connsiteX2" fmla="*/ 129702 w 2902389"/>
              <a:gd name="connsiteY2" fmla="*/ 705809 h 1599088"/>
              <a:gd name="connsiteX3" fmla="*/ 0 w 2902389"/>
              <a:gd name="connsiteY3" fmla="*/ 0 h 1599088"/>
              <a:gd name="connsiteX4" fmla="*/ 790271 w 2902389"/>
              <a:gd name="connsiteY4" fmla="*/ 4124 h 1599088"/>
              <a:gd name="connsiteX5" fmla="*/ 867222 w 2902389"/>
              <a:gd name="connsiteY5" fmla="*/ 436139 h 1599088"/>
              <a:gd name="connsiteX6" fmla="*/ 1213894 w 2902389"/>
              <a:gd name="connsiteY6" fmla="*/ 990680 h 1599088"/>
              <a:gd name="connsiteX7" fmla="*/ 1932623 w 2902389"/>
              <a:gd name="connsiteY7" fmla="*/ 960572 h 1599088"/>
              <a:gd name="connsiteX8" fmla="*/ 2041922 w 2902389"/>
              <a:gd name="connsiteY8" fmla="*/ 510791 h 1599088"/>
              <a:gd name="connsiteX9" fmla="*/ 2016953 w 2902389"/>
              <a:gd name="connsiteY9" fmla="*/ 41888 h 1599088"/>
              <a:gd name="connsiteX10" fmla="*/ 2858584 w 2902389"/>
              <a:gd name="connsiteY10" fmla="*/ 66662 h 1599088"/>
              <a:gd name="connsiteX11" fmla="*/ 2503255 w 2902389"/>
              <a:gd name="connsiteY11" fmla="*/ 1426369 h 1599088"/>
              <a:gd name="connsiteX12" fmla="*/ 855485 w 2902389"/>
              <a:gd name="connsiteY12" fmla="*/ 1510299 h 159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389" h="1599088">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2FA1521E-E13A-82AE-BC1A-6E6E109E0C44}"/>
              </a:ext>
            </a:extLst>
          </p:cNvPr>
          <p:cNvGrpSpPr/>
          <p:nvPr/>
        </p:nvGrpSpPr>
        <p:grpSpPr>
          <a:xfrm flipH="1">
            <a:off x="9646546" y="4362714"/>
            <a:ext cx="582025" cy="477440"/>
            <a:chOff x="7519962" y="3090708"/>
            <a:chExt cx="619238" cy="507966"/>
          </a:xfrm>
        </p:grpSpPr>
        <p:sp>
          <p:nvSpPr>
            <p:cNvPr id="25" name="Freeform: Shape 24">
              <a:extLst>
                <a:ext uri="{FF2B5EF4-FFF2-40B4-BE49-F238E27FC236}">
                  <a16:creationId xmlns:a16="http://schemas.microsoft.com/office/drawing/2014/main" id="{9BEC9D80-55EB-06E1-773F-BD3EAE5F99ED}"/>
                </a:ext>
              </a:extLst>
            </p:cNvPr>
            <p:cNvSpPr/>
            <p:nvPr/>
          </p:nvSpPr>
          <p:spPr>
            <a:xfrm>
              <a:off x="7688803" y="3495020"/>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B4723AE0-F2B4-B8C7-4BE0-C1969A7A0B72}"/>
                </a:ext>
              </a:extLst>
            </p:cNvPr>
            <p:cNvGrpSpPr/>
            <p:nvPr/>
          </p:nvGrpSpPr>
          <p:grpSpPr>
            <a:xfrm>
              <a:off x="7519962" y="3090708"/>
              <a:ext cx="619238" cy="312906"/>
              <a:chOff x="1162566" y="1754387"/>
              <a:chExt cx="619238" cy="312906"/>
            </a:xfrm>
          </p:grpSpPr>
          <p:sp>
            <p:nvSpPr>
              <p:cNvPr id="27" name="Oval 26">
                <a:extLst>
                  <a:ext uri="{FF2B5EF4-FFF2-40B4-BE49-F238E27FC236}">
                    <a16:creationId xmlns:a16="http://schemas.microsoft.com/office/drawing/2014/main" id="{6C251ADB-ACE1-0F8A-47DD-E19825AD8A7C}"/>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0C2B6A1-5242-0B1E-2F94-C944F1E17B0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9F46D0B5-95A8-D5A4-4146-D85F49CD91D3}"/>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BCC4E26-745E-C4B4-C92B-09B17FE8731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nvGrpSpPr>
          <p:cNvPr id="31" name="Group 30">
            <a:extLst>
              <a:ext uri="{FF2B5EF4-FFF2-40B4-BE49-F238E27FC236}">
                <a16:creationId xmlns:a16="http://schemas.microsoft.com/office/drawing/2014/main" id="{05259DAA-88D3-8B12-1DF3-347F11045499}"/>
              </a:ext>
            </a:extLst>
          </p:cNvPr>
          <p:cNvGrpSpPr/>
          <p:nvPr/>
        </p:nvGrpSpPr>
        <p:grpSpPr>
          <a:xfrm>
            <a:off x="10570936" y="5797171"/>
            <a:ext cx="606561" cy="138637"/>
            <a:chOff x="10558231" y="7375699"/>
            <a:chExt cx="606561" cy="138637"/>
          </a:xfrm>
        </p:grpSpPr>
        <p:sp>
          <p:nvSpPr>
            <p:cNvPr id="36" name="Freeform: Shape 35">
              <a:extLst>
                <a:ext uri="{FF2B5EF4-FFF2-40B4-BE49-F238E27FC236}">
                  <a16:creationId xmlns:a16="http://schemas.microsoft.com/office/drawing/2014/main" id="{82D578FD-1509-3E95-3FA7-2C2CBE8405BE}"/>
                </a:ext>
              </a:extLst>
            </p:cNvPr>
            <p:cNvSpPr/>
            <p:nvPr/>
          </p:nvSpPr>
          <p:spPr>
            <a:xfrm rot="5636109">
              <a:off x="10996826" y="7335793"/>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A1709802-02C6-7151-BFEA-0FD337626468}"/>
                </a:ext>
              </a:extLst>
            </p:cNvPr>
            <p:cNvSpPr/>
            <p:nvPr/>
          </p:nvSpPr>
          <p:spPr>
            <a:xfrm rot="15963891" flipH="1">
              <a:off x="10598137" y="7346370"/>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Shape 27">
            <a:extLst>
              <a:ext uri="{FF2B5EF4-FFF2-40B4-BE49-F238E27FC236}">
                <a16:creationId xmlns:a16="http://schemas.microsoft.com/office/drawing/2014/main" id="{CB987A4A-FBA2-4D63-E7BD-1F5919B43EC1}"/>
              </a:ext>
            </a:extLst>
          </p:cNvPr>
          <p:cNvSpPr/>
          <p:nvPr/>
        </p:nvSpPr>
        <p:spPr>
          <a:xfrm flipH="1">
            <a:off x="10844355" y="60982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1600" b="0" cap="all" baseline="0">
                <a:solidFill>
                  <a:schemeClr val="accent3">
                    <a:lumMod val="75000"/>
                  </a:schemeClr>
                </a:solidFill>
                <a:latin typeface="+mn-lt"/>
              </a:defRPr>
            </a:lvl1pPr>
          </a:lstStyle>
          <a:p>
            <a:r>
              <a:rPr lang="en-US" dirty="0"/>
              <a:t>Quote Author</a:t>
            </a:r>
          </a:p>
        </p:txBody>
      </p:sp>
      <p:sp>
        <p:nvSpPr>
          <p:cNvPr id="13" name="Content Placeholder 12">
            <a:extLst>
              <a:ext uri="{FF2B5EF4-FFF2-40B4-BE49-F238E27FC236}">
                <a16:creationId xmlns:a16="http://schemas.microsoft.com/office/drawing/2014/main" id="{E924EA39-00C8-FFB6-1968-1B867DB53B91}"/>
              </a:ext>
            </a:extLst>
          </p:cNvPr>
          <p:cNvSpPr>
            <a:spLocks noGrp="1"/>
          </p:cNvSpPr>
          <p:nvPr>
            <p:ph sz="quarter" idx="13" hasCustomPrompt="1"/>
          </p:nvPr>
        </p:nvSpPr>
        <p:spPr>
          <a:xfrm>
            <a:off x="685802" y="932766"/>
            <a:ext cx="7380196" cy="3644128"/>
          </a:xfrm>
        </p:spPr>
        <p:txBody>
          <a:bodyPr/>
          <a:lstStyle>
            <a:lvl1pPr marL="0" indent="0">
              <a:lnSpc>
                <a:spcPct val="100000"/>
              </a:lnSpc>
              <a:buNone/>
              <a:defRPr sz="4600">
                <a:solidFill>
                  <a:schemeClr val="accent3">
                    <a:lumMod val="75000"/>
                  </a:schemeClr>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76430" y="6356350"/>
            <a:ext cx="2066535" cy="365125"/>
          </a:xfrm>
        </p:spPr>
        <p:txBody>
          <a:bodyPr/>
          <a:lstStyle>
            <a:lvl1pPr>
              <a:defRPr>
                <a:solidFill>
                  <a:schemeClr val="accent3">
                    <a:lumMod val="75000"/>
                  </a:schemeClr>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1399546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459363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CD61C25-A250-14F5-6715-1F197E686100}"/>
              </a:ext>
            </a:extLst>
          </p:cNvPr>
          <p:cNvSpPr>
            <a:spLocks noGrp="1"/>
          </p:cNvSpPr>
          <p:nvPr>
            <p:ph type="title"/>
          </p:nvPr>
        </p:nvSpPr>
        <p:spPr>
          <a:xfrm>
            <a:off x="6787693" y="4477109"/>
            <a:ext cx="4589254" cy="179977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2CA42EA1-4EDC-E831-A20C-E2DE1B023614}"/>
              </a:ext>
            </a:extLst>
          </p:cNvPr>
          <p:cNvSpPr>
            <a:spLocks noGrp="1"/>
          </p:cNvSpPr>
          <p:nvPr>
            <p:ph sz="quarter" idx="13" hasCustomPrompt="1"/>
          </p:nvPr>
        </p:nvSpPr>
        <p:spPr>
          <a:xfrm>
            <a:off x="560388" y="457200"/>
            <a:ext cx="9990137" cy="3873500"/>
          </a:xfrm>
        </p:spPr>
        <p:txBody>
          <a:bodyPr anchor="ctr"/>
          <a:lstStyle>
            <a:lvl1pPr>
              <a:lnSpc>
                <a:spcPct val="55000"/>
              </a:lnSpc>
              <a:buNone/>
              <a:defRPr sz="344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787694" y="6356350"/>
            <a:ext cx="2217759"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32" name="Freeform: Shape 31">
            <a:extLst>
              <a:ext uri="{FF2B5EF4-FFF2-40B4-BE49-F238E27FC236}">
                <a16:creationId xmlns:a16="http://schemas.microsoft.com/office/drawing/2014/main" id="{D2A36669-AF62-49D4-9157-AACA2436AF3C}"/>
              </a:ext>
            </a:extLst>
          </p:cNvPr>
          <p:cNvSpPr/>
          <p:nvPr/>
        </p:nvSpPr>
        <p:spPr>
          <a:xfrm rot="20301122" flipH="1" flipV="1">
            <a:off x="-106280" y="5181219"/>
            <a:ext cx="2351416" cy="1276499"/>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33" name="Freeform: Shape 32">
            <a:extLst>
              <a:ext uri="{FF2B5EF4-FFF2-40B4-BE49-F238E27FC236}">
                <a16:creationId xmlns:a16="http://schemas.microsoft.com/office/drawing/2014/main" id="{BE272944-ED97-968E-0B55-05AF88DF54A5}"/>
              </a:ext>
            </a:extLst>
          </p:cNvPr>
          <p:cNvSpPr/>
          <p:nvPr/>
        </p:nvSpPr>
        <p:spPr>
          <a:xfrm rot="17412478">
            <a:off x="1996567" y="5072721"/>
            <a:ext cx="2002113" cy="119277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oup 37">
            <a:extLst>
              <a:ext uri="{FF2B5EF4-FFF2-40B4-BE49-F238E27FC236}">
                <a16:creationId xmlns:a16="http://schemas.microsoft.com/office/drawing/2014/main" id="{67980FCB-C188-C0F2-BD48-EA1E45BBE810}"/>
              </a:ext>
            </a:extLst>
          </p:cNvPr>
          <p:cNvGrpSpPr/>
          <p:nvPr/>
        </p:nvGrpSpPr>
        <p:grpSpPr>
          <a:xfrm rot="20683546">
            <a:off x="770359" y="5653154"/>
            <a:ext cx="688256" cy="306609"/>
            <a:chOff x="10096975" y="5939226"/>
            <a:chExt cx="929806" cy="414217"/>
          </a:xfrm>
        </p:grpSpPr>
        <p:sp>
          <p:nvSpPr>
            <p:cNvPr id="39" name="Freeform: Shape 38">
              <a:extLst>
                <a:ext uri="{FF2B5EF4-FFF2-40B4-BE49-F238E27FC236}">
                  <a16:creationId xmlns:a16="http://schemas.microsoft.com/office/drawing/2014/main" id="{71C5F515-58B5-8EAA-AC0B-A2041CE64BD8}"/>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7C405E9A-0101-84D8-E976-3C9C1B6C2327}"/>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A8C5803-1C20-1A88-7388-CC8A7EAF2A4E}"/>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D6F07AD-DE95-4886-CD8E-B7A64D33F5F9}"/>
              </a:ext>
            </a:extLst>
          </p:cNvPr>
          <p:cNvGrpSpPr/>
          <p:nvPr/>
        </p:nvGrpSpPr>
        <p:grpSpPr>
          <a:xfrm rot="885651">
            <a:off x="2678787" y="5206084"/>
            <a:ext cx="637672" cy="341819"/>
            <a:chOff x="5447388" y="3100610"/>
            <a:chExt cx="1500891" cy="804540"/>
          </a:xfrm>
        </p:grpSpPr>
        <p:sp>
          <p:nvSpPr>
            <p:cNvPr id="43" name="Oval 42">
              <a:extLst>
                <a:ext uri="{FF2B5EF4-FFF2-40B4-BE49-F238E27FC236}">
                  <a16:creationId xmlns:a16="http://schemas.microsoft.com/office/drawing/2014/main" id="{6845C6C8-3B01-B29B-6F6B-8C02F09196DA}"/>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0242C52-A351-6F7A-98B3-E50A346F1560}"/>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Oval 44">
              <a:extLst>
                <a:ext uri="{FF2B5EF4-FFF2-40B4-BE49-F238E27FC236}">
                  <a16:creationId xmlns:a16="http://schemas.microsoft.com/office/drawing/2014/main" id="{F10C964C-969E-B92D-C92A-A351F0A85E7D}"/>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9B10AB3B-1852-D4D8-BBB8-B346779CCD5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B791C65B-2C39-6689-EB0C-E42F7B645F5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Star: 7 Points 2">
            <a:extLst>
              <a:ext uri="{FF2B5EF4-FFF2-40B4-BE49-F238E27FC236}">
                <a16:creationId xmlns:a16="http://schemas.microsoft.com/office/drawing/2014/main" id="{817FE111-7A52-9D2C-E143-C91373B44373}"/>
              </a:ext>
            </a:extLst>
          </p:cNvPr>
          <p:cNvSpPr/>
          <p:nvPr/>
        </p:nvSpPr>
        <p:spPr>
          <a:xfrm rot="18062601">
            <a:off x="3584307" y="4964022"/>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49F4CA9E-9512-BD7B-9941-4FA88B9FFFC0}"/>
              </a:ext>
            </a:extLst>
          </p:cNvPr>
          <p:cNvGrpSpPr/>
          <p:nvPr/>
        </p:nvGrpSpPr>
        <p:grpSpPr>
          <a:xfrm>
            <a:off x="4209811" y="5726212"/>
            <a:ext cx="689925" cy="312906"/>
            <a:chOff x="1162566" y="1754387"/>
            <a:chExt cx="689925" cy="312906"/>
          </a:xfrm>
        </p:grpSpPr>
        <p:sp>
          <p:nvSpPr>
            <p:cNvPr id="50" name="Oval 49">
              <a:extLst>
                <a:ext uri="{FF2B5EF4-FFF2-40B4-BE49-F238E27FC236}">
                  <a16:creationId xmlns:a16="http://schemas.microsoft.com/office/drawing/2014/main" id="{430746BE-A786-4974-770A-411E83EFA822}"/>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D38301A-EA14-C410-9099-41038AB137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Oval 51">
              <a:extLst>
                <a:ext uri="{FF2B5EF4-FFF2-40B4-BE49-F238E27FC236}">
                  <a16:creationId xmlns:a16="http://schemas.microsoft.com/office/drawing/2014/main" id="{BEC72C60-E15A-59E7-F036-FF5E1AD481F3}"/>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3D9A1378-E67C-F82E-DA75-E668A0902C9D}"/>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54" name="Oval 53">
            <a:extLst>
              <a:ext uri="{FF2B5EF4-FFF2-40B4-BE49-F238E27FC236}">
                <a16:creationId xmlns:a16="http://schemas.microsoft.com/office/drawing/2014/main" id="{AA6A1D7D-3A90-562F-71AB-91511879B758}"/>
              </a:ext>
            </a:extLst>
          </p:cNvPr>
          <p:cNvSpPr/>
          <p:nvPr/>
        </p:nvSpPr>
        <p:spPr>
          <a:xfrm rot="5784107">
            <a:off x="4490879" y="6101008"/>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500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7D3FBE9-AFD0-F07B-C213-95A85B23803F}"/>
              </a:ext>
            </a:extLst>
          </p:cNvPr>
          <p:cNvSpPr/>
          <p:nvPr/>
        </p:nvSpPr>
        <p:spPr>
          <a:xfrm flipH="1">
            <a:off x="-222222" y="4106519"/>
            <a:ext cx="12414222" cy="2751481"/>
          </a:xfrm>
          <a:custGeom>
            <a:avLst/>
            <a:gdLst>
              <a:gd name="connsiteX0" fmla="*/ 5356688 w 12414222"/>
              <a:gd name="connsiteY0" fmla="*/ 0 h 2751481"/>
              <a:gd name="connsiteX1" fmla="*/ 4405720 w 12414222"/>
              <a:gd name="connsiteY1" fmla="*/ 395032 h 2751481"/>
              <a:gd name="connsiteX2" fmla="*/ 3451612 w 12414222"/>
              <a:gd name="connsiteY2" fmla="*/ 110306 h 2751481"/>
              <a:gd name="connsiteX3" fmla="*/ 2491227 w 12414222"/>
              <a:gd name="connsiteY3" fmla="*/ 395032 h 2751481"/>
              <a:gd name="connsiteX4" fmla="*/ 1562236 w 12414222"/>
              <a:gd name="connsiteY4" fmla="*/ 32794 h 2751481"/>
              <a:gd name="connsiteX5" fmla="*/ 576734 w 12414222"/>
              <a:gd name="connsiteY5" fmla="*/ 395032 h 2751481"/>
              <a:gd name="connsiteX6" fmla="*/ 61136 w 12414222"/>
              <a:gd name="connsiteY6" fmla="*/ 291245 h 2751481"/>
              <a:gd name="connsiteX7" fmla="*/ 0 w 12414222"/>
              <a:gd name="connsiteY7" fmla="*/ 268637 h 2751481"/>
              <a:gd name="connsiteX8" fmla="*/ 0 w 12414222"/>
              <a:gd name="connsiteY8" fmla="*/ 2751481 h 2751481"/>
              <a:gd name="connsiteX9" fmla="*/ 12414222 w 12414222"/>
              <a:gd name="connsiteY9" fmla="*/ 2751481 h 2751481"/>
              <a:gd name="connsiteX10" fmla="*/ 12320170 w 12414222"/>
              <a:gd name="connsiteY10" fmla="*/ 462224 h 2751481"/>
              <a:gd name="connsiteX11" fmla="*/ 12082890 w 12414222"/>
              <a:gd name="connsiteY11" fmla="*/ 395032 h 2751481"/>
              <a:gd name="connsiteX12" fmla="*/ 11125644 w 12414222"/>
              <a:gd name="connsiteY12" fmla="*/ 44718 h 2751481"/>
              <a:gd name="connsiteX13" fmla="*/ 10163193 w 12414222"/>
              <a:gd name="connsiteY13" fmla="*/ 394876 h 2751481"/>
              <a:gd name="connsiteX14" fmla="*/ 9197809 w 12414222"/>
              <a:gd name="connsiteY14" fmla="*/ 44718 h 2751481"/>
              <a:gd name="connsiteX15" fmla="*/ 8225419 w 12414222"/>
              <a:gd name="connsiteY15" fmla="*/ 466426 h 2751481"/>
              <a:gd name="connsiteX16" fmla="*/ 7295875 w 12414222"/>
              <a:gd name="connsiteY16" fmla="*/ 98380 h 2751481"/>
              <a:gd name="connsiteX17" fmla="*/ 6326070 w 12414222"/>
              <a:gd name="connsiteY17" fmla="*/ 395032 h 2751481"/>
              <a:gd name="connsiteX18" fmla="*/ 5356688 w 12414222"/>
              <a:gd name="connsiteY18" fmla="*/ 0 h 275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14222" h="2751481">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2296064" y="4928341"/>
            <a:ext cx="7599872" cy="1152590"/>
          </a:xfrm>
        </p:spPr>
        <p:txBody>
          <a:bodyPr anchor="ctr">
            <a:normAutofit/>
          </a:bodyPr>
          <a:lstStyle>
            <a:lvl1pPr algn="ctr">
              <a:lnSpc>
                <a:spcPct val="120000"/>
              </a:lnSpc>
              <a:defRPr sz="2400" b="0" cap="none" spc="0" baseline="0">
                <a:solidFill>
                  <a:schemeClr val="tx2"/>
                </a:solidFill>
                <a:latin typeface="+mn-lt"/>
              </a:defRPr>
            </a:lvl1pPr>
          </a:lstStyle>
          <a:p>
            <a:r>
              <a:rPr lang="en-US" dirty="0"/>
              <a:t>Click to edit master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1011661" y="1380226"/>
            <a:ext cx="10168678" cy="3100334"/>
          </a:xfrm>
          <a:prstGeom prst="rect">
            <a:avLst/>
          </a:prstGeom>
        </p:spPr>
        <p:txBody>
          <a:bodyPr anchor="ctr">
            <a:normAutofit/>
          </a:bodyPr>
          <a:lstStyle>
            <a:lvl1pPr marL="100584" algn="ctr">
              <a:lnSpc>
                <a:spcPct val="55000"/>
              </a:lnSpc>
              <a:buNone/>
              <a:defRPr sz="34400" b="1" spc="0" baseline="0">
                <a:solidFill>
                  <a:schemeClr val="accent3">
                    <a:lumMod val="75000"/>
                  </a:schemeClr>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9295621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794660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5285809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8977292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511864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5DB-F956-45AF-C2A5-0756DB204C44}"/>
              </a:ext>
            </a:extLst>
          </p:cNvPr>
          <p:cNvSpPr>
            <a:spLocks noGrp="1"/>
          </p:cNvSpPr>
          <p:nvPr>
            <p:ph type="title"/>
          </p:nvPr>
        </p:nvSpPr>
        <p:spPr>
          <a:xfrm>
            <a:off x="699660" y="949034"/>
            <a:ext cx="3172685" cy="2340864"/>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32246ED3-0F19-DFFF-F66B-4EB3DC131FB8}"/>
              </a:ext>
            </a:extLst>
          </p:cNvPr>
          <p:cNvSpPr>
            <a:spLocks noGrp="1"/>
          </p:cNvSpPr>
          <p:nvPr>
            <p:ph type="body" sz="half" idx="2"/>
          </p:nvPr>
        </p:nvSpPr>
        <p:spPr>
          <a:xfrm>
            <a:off x="699660" y="3640347"/>
            <a:ext cx="3172685" cy="2337757"/>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63AFB7F3-9376-453F-190B-AE142B7ED3EF}"/>
              </a:ext>
            </a:extLst>
          </p:cNvPr>
          <p:cNvSpPr>
            <a:spLocks noGrp="1"/>
          </p:cNvSpPr>
          <p:nvPr>
            <p:ph idx="1"/>
          </p:nvPr>
        </p:nvSpPr>
        <p:spPr>
          <a:xfrm>
            <a:off x="5229368" y="942108"/>
            <a:ext cx="6172200" cy="491201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D16FC65-9DAE-AD74-4AE9-D2BFC78D5722}"/>
              </a:ext>
            </a:extLst>
          </p:cNvPr>
          <p:cNvSpPr>
            <a:spLocks noGrp="1"/>
          </p:cNvSpPr>
          <p:nvPr>
            <p:ph type="ftr" sz="quarter" idx="11"/>
          </p:nvPr>
        </p:nvSpPr>
        <p:spPr>
          <a:xfrm>
            <a:off x="699660" y="6356350"/>
            <a:ext cx="3172685" cy="365125"/>
          </a:xfrm>
        </p:spPr>
        <p:txBody>
          <a:bodyPr/>
          <a:lstStyle/>
          <a:p>
            <a:endParaRPr lang="en-US"/>
          </a:p>
        </p:txBody>
      </p:sp>
      <p:sp>
        <p:nvSpPr>
          <p:cNvPr id="5" name="Date Placeholder 4">
            <a:extLst>
              <a:ext uri="{FF2B5EF4-FFF2-40B4-BE49-F238E27FC236}">
                <a16:creationId xmlns:a16="http://schemas.microsoft.com/office/drawing/2014/main" id="{89EB172C-060B-3321-782C-7EAE45230806}"/>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7" name="Slide Number Placeholder 6">
            <a:extLst>
              <a:ext uri="{FF2B5EF4-FFF2-40B4-BE49-F238E27FC236}">
                <a16:creationId xmlns:a16="http://schemas.microsoft.com/office/drawing/2014/main" id="{AC375B4D-0D57-BC8B-BBBB-A81664516606}"/>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66382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141A8-FEF6-B732-495B-43118BE4F916}"/>
              </a:ext>
            </a:extLst>
          </p:cNvPr>
          <p:cNvSpPr>
            <a:spLocks noGrp="1"/>
          </p:cNvSpPr>
          <p:nvPr>
            <p:ph type="title"/>
          </p:nvPr>
        </p:nvSpPr>
        <p:spPr>
          <a:xfrm>
            <a:off x="699660" y="952789"/>
            <a:ext cx="3172685" cy="2342502"/>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7D430B36-5571-77AD-F9ED-2DF5B809319D}"/>
              </a:ext>
            </a:extLst>
          </p:cNvPr>
          <p:cNvSpPr>
            <a:spLocks noGrp="1"/>
          </p:cNvSpPr>
          <p:nvPr>
            <p:ph type="body" sz="half" idx="2"/>
          </p:nvPr>
        </p:nvSpPr>
        <p:spPr>
          <a:xfrm>
            <a:off x="699660" y="4154399"/>
            <a:ext cx="3172685" cy="1811193"/>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1B74502-D8D8-3B40-0B02-A6ED66138168}"/>
              </a:ext>
            </a:extLst>
          </p:cNvPr>
          <p:cNvSpPr>
            <a:spLocks noGrp="1"/>
          </p:cNvSpPr>
          <p:nvPr>
            <p:ph type="pic" idx="1" hasCustomPrompt="1"/>
          </p:nvPr>
        </p:nvSpPr>
        <p:spPr>
          <a:xfrm>
            <a:off x="4761780" y="952789"/>
            <a:ext cx="6593607" cy="4942765"/>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D4AF8D90-8A4B-CC41-B189-8A13CC220308}"/>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E52406DA-CCDA-6A3B-3BDA-8104A19A8D5E}"/>
              </a:ext>
            </a:extLst>
          </p:cNvPr>
          <p:cNvSpPr>
            <a:spLocks noGrp="1"/>
          </p:cNvSpPr>
          <p:nvPr>
            <p:ph type="dt" sz="half" idx="10"/>
          </p:nvPr>
        </p:nvSpPr>
        <p:spPr/>
        <p:txBody>
          <a:bodyPr/>
          <a:lstStyle/>
          <a:p>
            <a:fld id="{4BEBB76A-5642-4655-AA5F-D2E8581DD95F}" type="datetimeFigureOut">
              <a:rPr lang="en-US" smtClean="0"/>
              <a:t>2/21/2026</a:t>
            </a:fld>
            <a:endParaRPr lang="en-US"/>
          </a:p>
        </p:txBody>
      </p:sp>
      <p:sp>
        <p:nvSpPr>
          <p:cNvPr id="7" name="Slide Number Placeholder 6">
            <a:extLst>
              <a:ext uri="{FF2B5EF4-FFF2-40B4-BE49-F238E27FC236}">
                <a16:creationId xmlns:a16="http://schemas.microsoft.com/office/drawing/2014/main" id="{5F7D5D6E-679A-EE94-5D39-FFDF32665CFB}"/>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123477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105701287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7480880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BEBB76A-5642-4655-AA5F-D2E8581DD95F}" type="datetimeFigureOut">
              <a:rPr lang="en-US" smtClean="0"/>
              <a:pPr/>
              <a:t>2/21/2026</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9275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711C-6BB1-0314-0A54-03722AF7AA1C}"/>
              </a:ext>
            </a:extLst>
          </p:cNvPr>
          <p:cNvSpPr>
            <a:spLocks noGrp="1"/>
          </p:cNvSpPr>
          <p:nvPr>
            <p:ph type="title"/>
          </p:nvPr>
        </p:nvSpPr>
        <p:spPr>
          <a:xfrm>
            <a:off x="699660" y="667045"/>
            <a:ext cx="4576888" cy="4054043"/>
          </a:xfrm>
        </p:spPr>
        <p:txBody>
          <a:bodyPr anchor="t">
            <a:normAutofit fontScale="90000"/>
          </a:bodyPr>
          <a:lstStyle/>
          <a:p>
            <a:pPr algn="ctr">
              <a:lnSpc>
                <a:spcPct val="150000"/>
              </a:lnSpc>
            </a:pPr>
            <a:r>
              <a:rPr lang="en-US" sz="6000" dirty="0">
                <a:latin typeface="Calibri"/>
                <a:ea typeface="Calibri"/>
                <a:cs typeface="Calibri"/>
              </a:rPr>
              <a:t>Bridging the Digital Divide </a:t>
            </a:r>
            <a:r>
              <a:rPr lang="en-US" sz="6000">
                <a:latin typeface="Calibri"/>
                <a:ea typeface="Calibri"/>
                <a:cs typeface="Calibri"/>
              </a:rPr>
              <a:t>from Orbit</a:t>
            </a:r>
            <a:br>
              <a:rPr lang="en-US" dirty="0">
                <a:latin typeface="Calibri"/>
                <a:ea typeface="Calibri"/>
                <a:cs typeface="Calibri"/>
              </a:rPr>
            </a:br>
            <a:endParaRPr lang="en-US">
              <a:cs typeface="JasmineUPC"/>
            </a:endParaRPr>
          </a:p>
        </p:txBody>
      </p:sp>
      <p:sp>
        <p:nvSpPr>
          <p:cNvPr id="3" name="Subtitle 2">
            <a:extLst>
              <a:ext uri="{FF2B5EF4-FFF2-40B4-BE49-F238E27FC236}">
                <a16:creationId xmlns:a16="http://schemas.microsoft.com/office/drawing/2014/main" id="{5D17A445-0354-4311-EB94-6E5273971DEF}"/>
              </a:ext>
            </a:extLst>
          </p:cNvPr>
          <p:cNvSpPr>
            <a:spLocks noGrp="1"/>
          </p:cNvSpPr>
          <p:nvPr>
            <p:ph type="subTitle" idx="1"/>
          </p:nvPr>
        </p:nvSpPr>
        <p:spPr>
          <a:xfrm>
            <a:off x="699659" y="4721088"/>
            <a:ext cx="4298593" cy="1003852"/>
          </a:xfrm>
        </p:spPr>
        <p:txBody>
          <a:bodyPr anchor="b">
            <a:normAutofit/>
          </a:bodyPr>
          <a:lstStyle/>
          <a:p>
            <a:pPr algn="ctr">
              <a:spcAft>
                <a:spcPts val="600"/>
              </a:spcAft>
            </a:pPr>
            <a:r>
              <a:rPr lang="en-US"/>
              <a:t>Using satellite technology to connect remote communities</a:t>
            </a:r>
          </a:p>
        </p:txBody>
      </p:sp>
      <p:pic>
        <p:nvPicPr>
          <p:cNvPr id="4" name="Picture 3" descr="Satellite">
            <a:extLst>
              <a:ext uri="{FF2B5EF4-FFF2-40B4-BE49-F238E27FC236}">
                <a16:creationId xmlns:a16="http://schemas.microsoft.com/office/drawing/2014/main" id="{5CF27E96-09F8-4862-95AA-CC4FA7D9175E}"/>
              </a:ext>
            </a:extLst>
          </p:cNvPr>
          <p:cNvPicPr>
            <a:picLocks noChangeAspect="1"/>
          </p:cNvPicPr>
          <p:nvPr/>
        </p:nvPicPr>
        <p:blipFill>
          <a:blip r:embed="rId3"/>
          <a:srcRect l="17086" r="14995" b="1"/>
          <a:stretch>
            <a:fillRect/>
          </a:stretch>
        </p:blipFill>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p:spPr>
      </p:pic>
    </p:spTree>
    <p:extLst>
      <p:ext uri="{BB962C8B-B14F-4D97-AF65-F5344CB8AC3E}">
        <p14:creationId xmlns:p14="http://schemas.microsoft.com/office/powerpoint/2010/main" val="121447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6A3C1-B6C1-4793-3068-DB38CF1744DE}"/>
              </a:ext>
            </a:extLst>
          </p:cNvPr>
          <p:cNvSpPr>
            <a:spLocks noGrp="1"/>
          </p:cNvSpPr>
          <p:nvPr>
            <p:ph type="title"/>
          </p:nvPr>
        </p:nvSpPr>
        <p:spPr>
          <a:xfrm>
            <a:off x="700790" y="2880794"/>
            <a:ext cx="7813623" cy="3702571"/>
          </a:xfrm>
        </p:spPr>
        <p:txBody>
          <a:bodyPr anchor="b">
            <a:normAutofit/>
          </a:bodyPr>
          <a:lstStyle/>
          <a:p>
            <a:r>
              <a:rPr lang="en-US"/>
              <a:t>Project Overview</a:t>
            </a:r>
          </a:p>
        </p:txBody>
      </p:sp>
    </p:spTree>
    <p:extLst>
      <p:ext uri="{BB962C8B-B14F-4D97-AF65-F5344CB8AC3E}">
        <p14:creationId xmlns:p14="http://schemas.microsoft.com/office/powerpoint/2010/main" val="33540425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300FB-22DF-7BE3-81C0-D296B44A1474}"/>
              </a:ext>
            </a:extLst>
          </p:cNvPr>
          <p:cNvSpPr>
            <a:spLocks noGrp="1"/>
          </p:cNvSpPr>
          <p:nvPr>
            <p:ph type="title"/>
          </p:nvPr>
        </p:nvSpPr>
        <p:spPr>
          <a:xfrm>
            <a:off x="700791" y="950976"/>
            <a:ext cx="4349424" cy="1459193"/>
          </a:xfrm>
        </p:spPr>
        <p:txBody>
          <a:bodyPr anchor="t">
            <a:normAutofit/>
          </a:bodyPr>
          <a:lstStyle/>
          <a:p>
            <a:r>
              <a:rPr lang="en-US"/>
              <a:t>Problem &amp; Opportunity</a:t>
            </a:r>
          </a:p>
        </p:txBody>
      </p:sp>
      <p:pic>
        <p:nvPicPr>
          <p:cNvPr id="5" name="Content Placeholder 4" descr="Network optimization and internet technology digital concept">
            <a:extLst>
              <a:ext uri="{FF2B5EF4-FFF2-40B4-BE49-F238E27FC236}">
                <a16:creationId xmlns:a16="http://schemas.microsoft.com/office/drawing/2014/main" id="{A08BBBEB-D064-4077-B728-C6E2C13E39D5}"/>
              </a:ext>
            </a:extLst>
          </p:cNvPr>
          <p:cNvPicPr>
            <a:picLocks noGrp="1" noChangeAspect="1"/>
          </p:cNvPicPr>
          <p:nvPr>
            <p:ph type="pic" sz="quarter" idx="13"/>
          </p:nvPr>
        </p:nvPicPr>
        <p:blipFill>
          <a:blip r:embed="rId3"/>
          <a:srcRect l="25009" r="25745" b="-1"/>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D9FB0628-EB1A-2B6A-803E-CB9ACA939B4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dirty="0"/>
              <a:t>Global Internet Access Gap</a:t>
            </a:r>
          </a:p>
          <a:p>
            <a:pPr marL="0" lvl="1" indent="0">
              <a:buFont typeface="Arial" panose="020B0604020202020204" pitchFamily="34" charset="0"/>
              <a:buNone/>
            </a:pPr>
            <a:r>
              <a:rPr dirty="0"/>
              <a:t>Approximately 2.6 billion people lack internet access, affecting economic and social development worldwide.</a:t>
            </a:r>
            <a:endParaRPr lang="en-US" dirty="0"/>
          </a:p>
          <a:p>
            <a:pPr marL="0" indent="0">
              <a:spcBef>
                <a:spcPts val="2500"/>
              </a:spcBef>
              <a:buFont typeface="Arial" panose="020B0604020202020204" pitchFamily="34" charset="0"/>
              <a:buNone/>
            </a:pPr>
            <a:r>
              <a:rPr lang="en-US" b="1" dirty="0"/>
              <a:t>Impact of Broadband Expansion</a:t>
            </a:r>
          </a:p>
          <a:p>
            <a:pPr marL="0" lvl="1" indent="0">
              <a:buFont typeface="Arial" panose="020B0604020202020204" pitchFamily="34" charset="0"/>
              <a:buNone/>
            </a:pPr>
            <a:r>
              <a:rPr dirty="0"/>
              <a:t>Broadband expansion positively influences economic growth, poverty reduction, and improved social mobility.</a:t>
            </a:r>
            <a:endParaRPr lang="en-US" dirty="0"/>
          </a:p>
          <a:p>
            <a:pPr marL="0" indent="0">
              <a:spcBef>
                <a:spcPts val="2500"/>
              </a:spcBef>
              <a:buNone/>
            </a:pPr>
            <a:r>
              <a:rPr lang="en-US" b="1" dirty="0"/>
              <a:t>Low Earth Orbit (LEO) Satellite Networks</a:t>
            </a:r>
          </a:p>
          <a:p>
            <a:pPr marL="0" lvl="1" indent="0">
              <a:buFont typeface="Arial" panose="020B0604020202020204" pitchFamily="34" charset="0"/>
              <a:buNone/>
            </a:pPr>
            <a:r>
              <a:rPr dirty="0"/>
              <a:t>Emerging LEO satellite constellations aim to provide high-speed global broadband, bridging connectivity gaps.</a:t>
            </a:r>
            <a:endParaRPr lang="en-US" dirty="0"/>
          </a:p>
          <a:p>
            <a:pPr marL="0" indent="0">
              <a:spcBef>
                <a:spcPts val="2500"/>
              </a:spcBef>
              <a:buFont typeface="Arial" panose="020B0604020202020204" pitchFamily="34" charset="0"/>
              <a:buNone/>
            </a:pPr>
            <a:r>
              <a:rPr lang="en-US" b="1" dirty="0"/>
              <a:t>Role of Data Engineering</a:t>
            </a:r>
          </a:p>
          <a:p>
            <a:pPr marL="0" lvl="1" indent="0">
              <a:buFont typeface="Arial" panose="020B0604020202020204" pitchFamily="34" charset="0"/>
              <a:buNone/>
            </a:pPr>
            <a:r>
              <a:rPr dirty="0"/>
              <a:t>Data engineering integrates diverse datasets to identify regions benefiting most from satellite broadband deployment.</a:t>
            </a:r>
            <a:endParaRPr lang="en-US" dirty="0"/>
          </a:p>
        </p:txBody>
      </p:sp>
    </p:spTree>
    <p:extLst>
      <p:ext uri="{BB962C8B-B14F-4D97-AF65-F5344CB8AC3E}">
        <p14:creationId xmlns:p14="http://schemas.microsoft.com/office/powerpoint/2010/main" val="20109327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5D464-2639-D883-FE74-2E6C7F90A556}"/>
              </a:ext>
            </a:extLst>
          </p:cNvPr>
          <p:cNvSpPr>
            <a:spLocks noGrp="1"/>
          </p:cNvSpPr>
          <p:nvPr>
            <p:ph type="title"/>
          </p:nvPr>
        </p:nvSpPr>
        <p:spPr>
          <a:xfrm>
            <a:off x="700790" y="2880794"/>
            <a:ext cx="7813623" cy="3702571"/>
          </a:xfrm>
        </p:spPr>
        <p:txBody>
          <a:bodyPr anchor="b">
            <a:normAutofit/>
          </a:bodyPr>
          <a:lstStyle/>
          <a:p>
            <a:r>
              <a:rPr lang="en-US"/>
              <a:t>Context &amp; Motivation</a:t>
            </a:r>
          </a:p>
        </p:txBody>
      </p:sp>
    </p:spTree>
    <p:extLst>
      <p:ext uri="{BB962C8B-B14F-4D97-AF65-F5344CB8AC3E}">
        <p14:creationId xmlns:p14="http://schemas.microsoft.com/office/powerpoint/2010/main" val="3511942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C34FC-CD56-9D5D-7634-C00B152D92FA}"/>
              </a:ext>
            </a:extLst>
          </p:cNvPr>
          <p:cNvSpPr>
            <a:spLocks noGrp="1"/>
          </p:cNvSpPr>
          <p:nvPr>
            <p:ph type="title"/>
          </p:nvPr>
        </p:nvSpPr>
        <p:spPr>
          <a:xfrm>
            <a:off x="6492578" y="464544"/>
            <a:ext cx="4777934" cy="1456511"/>
          </a:xfrm>
        </p:spPr>
        <p:txBody>
          <a:bodyPr anchor="b">
            <a:normAutofit/>
          </a:bodyPr>
          <a:lstStyle/>
          <a:p>
            <a:r>
              <a:rPr lang="en-US"/>
              <a:t>Personal Context</a:t>
            </a:r>
          </a:p>
        </p:txBody>
      </p:sp>
      <p:pic>
        <p:nvPicPr>
          <p:cNvPr id="5" name="Content Placeholder 4" descr="Radio Reaceiver and Skyscraper in Shanghaicity, building and vehicles connect with each other.city, building and vehicles connect with each other.">
            <a:extLst>
              <a:ext uri="{FF2B5EF4-FFF2-40B4-BE49-F238E27FC236}">
                <a16:creationId xmlns:a16="http://schemas.microsoft.com/office/drawing/2014/main" id="{3250E7E9-F381-4577-9993-4C0AAEB82069}"/>
              </a:ext>
            </a:extLst>
          </p:cNvPr>
          <p:cNvPicPr>
            <a:picLocks noGrp="1" noChangeAspect="1"/>
          </p:cNvPicPr>
          <p:nvPr>
            <p:ph type="pic" sz="quarter" idx="13"/>
          </p:nvPr>
        </p:nvPicPr>
        <p:blipFill>
          <a:blip r:embed="rId3"/>
          <a:srcRect l="28360" r="17284" b="2"/>
          <a:stretch>
            <a:fillRect/>
          </a:stretch>
        </p:blipFill>
        <p:spPr>
          <a:xfrm>
            <a:off x="20" y="-2"/>
            <a:ext cx="5563872" cy="6857999"/>
          </a:xfrm>
        </p:spPr>
      </p:pic>
      <p:sp>
        <p:nvSpPr>
          <p:cNvPr id="4" name="Content Placeholder 3">
            <a:extLst>
              <a:ext uri="{FF2B5EF4-FFF2-40B4-BE49-F238E27FC236}">
                <a16:creationId xmlns:a16="http://schemas.microsoft.com/office/drawing/2014/main" id="{05B68A63-DBE7-0EC4-0A9C-A691DFC8607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578" y="1936671"/>
            <a:ext cx="4777933" cy="4146414"/>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dirty="0"/>
              <a:t>Real-world Experience</a:t>
            </a:r>
          </a:p>
          <a:p>
            <a:pPr marL="0" lvl="1" indent="0">
              <a:buNone/>
            </a:pPr>
            <a:r>
              <a:rPr dirty="0"/>
              <a:t>Project is inspired by </a:t>
            </a:r>
            <a:r>
              <a:rPr lang="en-US" dirty="0"/>
              <a:t>my </a:t>
            </a:r>
            <a:r>
              <a:rPr dirty="0"/>
              <a:t>role as CIO at Carnival Corporation dealing with satellite connectivity challenges.</a:t>
            </a:r>
            <a:endParaRPr lang="en-US" dirty="0"/>
          </a:p>
          <a:p>
            <a:pPr marL="0" indent="0">
              <a:spcBef>
                <a:spcPts val="2500"/>
              </a:spcBef>
              <a:buFont typeface="Arial" panose="020B0604020202020204" pitchFamily="34" charset="0"/>
              <a:buNone/>
            </a:pPr>
            <a:r>
              <a:rPr lang="en-US" b="1" dirty="0"/>
              <a:t>Human Impact of Connectivity</a:t>
            </a:r>
          </a:p>
          <a:p>
            <a:pPr marL="0" lvl="1" indent="0">
              <a:buFont typeface="Arial" panose="020B0604020202020204" pitchFamily="34" charset="0"/>
              <a:buNone/>
            </a:pPr>
            <a:r>
              <a:rPr dirty="0"/>
              <a:t>Limited connectivity restricts education, wellbeing, financial services, and quality of life for guests and crew.</a:t>
            </a:r>
            <a:endParaRPr lang="en-US" dirty="0"/>
          </a:p>
          <a:p>
            <a:pPr marL="0" indent="0">
              <a:spcBef>
                <a:spcPts val="2500"/>
              </a:spcBef>
              <a:buFont typeface="Arial" panose="020B0604020202020204" pitchFamily="34" charset="0"/>
              <a:buNone/>
            </a:pPr>
            <a:r>
              <a:rPr lang="en-US" b="1" dirty="0"/>
              <a:t>Global Digital Divide</a:t>
            </a:r>
          </a:p>
          <a:p>
            <a:pPr marL="0" lvl="1" indent="0">
              <a:buFont typeface="Arial" panose="020B0604020202020204" pitchFamily="34" charset="0"/>
              <a:buNone/>
            </a:pPr>
            <a:r>
              <a:rPr dirty="0"/>
              <a:t>Connectivity gaps in remote regions highlight the need for satellite broadband to bridge digital divides globally.</a:t>
            </a:r>
            <a:endParaRPr lang="en-US" dirty="0"/>
          </a:p>
        </p:txBody>
      </p:sp>
    </p:spTree>
    <p:extLst>
      <p:ext uri="{BB962C8B-B14F-4D97-AF65-F5344CB8AC3E}">
        <p14:creationId xmlns:p14="http://schemas.microsoft.com/office/powerpoint/2010/main" val="1790226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75504-334E-3D3E-B0BE-594F9F426058}"/>
              </a:ext>
            </a:extLst>
          </p:cNvPr>
          <p:cNvSpPr>
            <a:spLocks noGrp="1"/>
          </p:cNvSpPr>
          <p:nvPr>
            <p:ph type="title"/>
          </p:nvPr>
        </p:nvSpPr>
        <p:spPr>
          <a:xfrm>
            <a:off x="700790" y="2880794"/>
            <a:ext cx="7813623" cy="3702571"/>
          </a:xfrm>
        </p:spPr>
        <p:txBody>
          <a:bodyPr anchor="b">
            <a:normAutofit/>
          </a:bodyPr>
          <a:lstStyle/>
          <a:p>
            <a:r>
              <a:rPr lang="en-US"/>
              <a:t>Preliminary Insights</a:t>
            </a:r>
          </a:p>
        </p:txBody>
      </p:sp>
    </p:spTree>
    <p:extLst>
      <p:ext uri="{BB962C8B-B14F-4D97-AF65-F5344CB8AC3E}">
        <p14:creationId xmlns:p14="http://schemas.microsoft.com/office/powerpoint/2010/main" val="11626869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0443D-EEBF-73FC-8952-B07F0ECD020C}"/>
              </a:ext>
            </a:extLst>
          </p:cNvPr>
          <p:cNvSpPr>
            <a:spLocks noGrp="1"/>
          </p:cNvSpPr>
          <p:nvPr>
            <p:ph type="title"/>
          </p:nvPr>
        </p:nvSpPr>
        <p:spPr>
          <a:xfrm>
            <a:off x="699660" y="549041"/>
            <a:ext cx="9893999" cy="1077379"/>
          </a:xfrm>
        </p:spPr>
        <p:txBody>
          <a:bodyPr anchor="b">
            <a:normAutofit/>
          </a:bodyPr>
          <a:lstStyle/>
          <a:p>
            <a:r>
              <a:rPr lang="en-US"/>
              <a:t>Preliminary Findings</a:t>
            </a:r>
          </a:p>
        </p:txBody>
      </p:sp>
      <p:pic>
        <p:nvPicPr>
          <p:cNvPr id="5" name="Content Placeholder 4" descr="Base map is from:">
            <a:extLst>
              <a:ext uri="{FF2B5EF4-FFF2-40B4-BE49-F238E27FC236}">
                <a16:creationId xmlns:a16="http://schemas.microsoft.com/office/drawing/2014/main" id="{E0E25D3F-4BF0-4E9B-901F-7F04AAFFB80D}"/>
              </a:ext>
            </a:extLst>
          </p:cNvPr>
          <p:cNvPicPr>
            <a:picLocks noGrp="1" noChangeAspect="1"/>
          </p:cNvPicPr>
          <p:nvPr>
            <p:ph sz="half" idx="1"/>
          </p:nvPr>
        </p:nvPicPr>
        <p:blipFill>
          <a:blip r:embed="rId3"/>
          <a:srcRect l="26785" r="34410" b="1"/>
          <a:stretch>
            <a:fillRect/>
          </a:stretch>
        </p:blipFill>
        <p:spPr>
          <a:xfrm>
            <a:off x="699660" y="1946581"/>
            <a:ext cx="4421459" cy="4244236"/>
          </a:xfrm>
        </p:spPr>
      </p:pic>
      <p:sp>
        <p:nvSpPr>
          <p:cNvPr id="4" name="Content Placeholder 3">
            <a:extLst>
              <a:ext uri="{FF2B5EF4-FFF2-40B4-BE49-F238E27FC236}">
                <a16:creationId xmlns:a16="http://schemas.microsoft.com/office/drawing/2014/main" id="{79932DF5-62B8-D4A8-1FA5-AC99C29BE05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dirty="0"/>
              <a:t>Connectivity and Development Link</a:t>
            </a:r>
          </a:p>
          <a:p>
            <a:pPr marL="0" lvl="1" indent="0">
              <a:buFont typeface="Arial" panose="020B0604020202020204" pitchFamily="34" charset="0"/>
              <a:buNone/>
            </a:pPr>
            <a:r>
              <a:rPr dirty="0"/>
              <a:t>Preliminary analysis shows a strong link between internet connectivity and human development outcomes worldwide.</a:t>
            </a:r>
            <a:endParaRPr lang="en-US" dirty="0"/>
          </a:p>
          <a:p>
            <a:pPr marL="0" indent="0">
              <a:spcBef>
                <a:spcPts val="2500"/>
              </a:spcBef>
              <a:buFont typeface="Arial" panose="020B0604020202020204" pitchFamily="34" charset="0"/>
              <a:buNone/>
            </a:pPr>
            <a:r>
              <a:rPr lang="en-US" b="1" dirty="0"/>
              <a:t>High-Impact Opportunity Zone</a:t>
            </a:r>
          </a:p>
          <a:p>
            <a:pPr marL="0" lvl="1" indent="0">
              <a:buNone/>
            </a:pPr>
            <a:r>
              <a:rPr dirty="0"/>
              <a:t>Seventeen countries with under 30% internet access and low </a:t>
            </a:r>
            <a:r>
              <a:rPr lang="en-US" dirty="0"/>
              <a:t>Human Development Index (HDI) </a:t>
            </a:r>
            <a:r>
              <a:rPr dirty="0"/>
              <a:t>present high-impact broadband expansion opportunities.</a:t>
            </a:r>
            <a:endParaRPr lang="en-US" dirty="0"/>
          </a:p>
          <a:p>
            <a:pPr marL="0" indent="0">
              <a:spcBef>
                <a:spcPts val="2500"/>
              </a:spcBef>
              <a:buFont typeface="Arial" panose="020B0604020202020204" pitchFamily="34" charset="0"/>
              <a:buNone/>
            </a:pPr>
            <a:r>
              <a:rPr lang="en-US" b="1" dirty="0"/>
              <a:t>Potential of Satellite Broadband</a:t>
            </a:r>
          </a:p>
          <a:p>
            <a:pPr marL="0" lvl="1" indent="0">
              <a:buFont typeface="Arial" panose="020B0604020202020204" pitchFamily="34" charset="0"/>
              <a:buNone/>
            </a:pPr>
            <a:r>
              <a:rPr dirty="0"/>
              <a:t>Satellite broadband technology could transform underserved nations by improving education, health, and income.</a:t>
            </a:r>
            <a:endParaRPr lang="en-US" dirty="0"/>
          </a:p>
        </p:txBody>
      </p:sp>
    </p:spTree>
    <p:extLst>
      <p:ext uri="{BB962C8B-B14F-4D97-AF65-F5344CB8AC3E}">
        <p14:creationId xmlns:p14="http://schemas.microsoft.com/office/powerpoint/2010/main" val="2841892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6A6A8-CECC-92A7-0895-0F6A9710EEAA}"/>
              </a:ext>
            </a:extLst>
          </p:cNvPr>
          <p:cNvSpPr>
            <a:spLocks noGrp="1"/>
          </p:cNvSpPr>
          <p:nvPr>
            <p:ph type="title"/>
          </p:nvPr>
        </p:nvSpPr>
        <p:spPr>
          <a:xfrm>
            <a:off x="700790" y="2880794"/>
            <a:ext cx="7813623" cy="3702571"/>
          </a:xfrm>
        </p:spPr>
        <p:txBody>
          <a:bodyPr anchor="b">
            <a:normAutofit/>
          </a:bodyPr>
          <a:lstStyle/>
          <a:p>
            <a:r>
              <a:rPr lang="en-US"/>
              <a:t>Data Architecture</a:t>
            </a:r>
          </a:p>
        </p:txBody>
      </p:sp>
    </p:spTree>
    <p:extLst>
      <p:ext uri="{BB962C8B-B14F-4D97-AF65-F5344CB8AC3E}">
        <p14:creationId xmlns:p14="http://schemas.microsoft.com/office/powerpoint/2010/main" val="29851798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7A949-7B87-532B-8343-35CF30DA06CA}"/>
              </a:ext>
            </a:extLst>
          </p:cNvPr>
          <p:cNvSpPr>
            <a:spLocks noGrp="1"/>
          </p:cNvSpPr>
          <p:nvPr>
            <p:ph type="title"/>
          </p:nvPr>
        </p:nvSpPr>
        <p:spPr>
          <a:xfrm>
            <a:off x="704088" y="345440"/>
            <a:ext cx="6472566" cy="1133246"/>
          </a:xfrm>
        </p:spPr>
        <p:txBody>
          <a:bodyPr anchor="b">
            <a:normAutofit/>
          </a:bodyPr>
          <a:lstStyle/>
          <a:p>
            <a:r>
              <a:rPr lang="en-US" dirty="0"/>
              <a:t>Possible Data Sources</a:t>
            </a:r>
          </a:p>
        </p:txBody>
      </p:sp>
      <p:sp>
        <p:nvSpPr>
          <p:cNvPr id="4" name="Content Placeholder 3">
            <a:extLst>
              <a:ext uri="{FF2B5EF4-FFF2-40B4-BE49-F238E27FC236}">
                <a16:creationId xmlns:a16="http://schemas.microsoft.com/office/drawing/2014/main" id="{A6F91CAF-E7D0-B820-A71A-7A229F84469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World Bank Development Indicators</a:t>
            </a:r>
          </a:p>
          <a:p>
            <a:pPr marL="0" lvl="1" indent="0">
              <a:buFont typeface="Arial" panose="020B0604020202020204" pitchFamily="34" charset="0"/>
              <a:buNone/>
            </a:pPr>
            <a:r>
              <a:t>Provides decade-long country-level metrics on connectivity and economic development.</a:t>
            </a:r>
            <a:endParaRPr lang="en-US"/>
          </a:p>
          <a:p>
            <a:pPr marL="0" indent="0">
              <a:spcBef>
                <a:spcPts val="2500"/>
              </a:spcBef>
              <a:buFont typeface="Arial" panose="020B0604020202020204" pitchFamily="34" charset="0"/>
              <a:buNone/>
            </a:pPr>
            <a:r>
              <a:rPr lang="en-US" b="1"/>
              <a:t>UNDP Human Development Index</a:t>
            </a:r>
          </a:p>
          <a:p>
            <a:pPr marL="0" lvl="1" indent="0">
              <a:buFont typeface="Arial" panose="020B0604020202020204" pitchFamily="34" charset="0"/>
              <a:buNone/>
            </a:pPr>
            <a:r>
              <a:t>Offers composite measures covering education, health, and income for development analysis.</a:t>
            </a:r>
            <a:endParaRPr lang="en-US"/>
          </a:p>
          <a:p>
            <a:pPr marL="0" indent="0">
              <a:spcBef>
                <a:spcPts val="2500"/>
              </a:spcBef>
              <a:buFont typeface="Arial" panose="020B0604020202020204" pitchFamily="34" charset="0"/>
              <a:buNone/>
            </a:pPr>
            <a:r>
              <a:rPr lang="en-US" b="1"/>
              <a:t>CelesTrak Orbital Data</a:t>
            </a:r>
          </a:p>
          <a:p>
            <a:pPr marL="0" lvl="1" indent="0">
              <a:buFont typeface="Arial" panose="020B0604020202020204" pitchFamily="34" charset="0"/>
              <a:buNone/>
            </a:pPr>
            <a:r>
              <a:t>Supplies real-time satellite orbital data for geographic coverage and constellation modeling.</a:t>
            </a:r>
            <a:endParaRPr lang="en-US"/>
          </a:p>
          <a:p>
            <a:pPr marL="0" indent="0">
              <a:spcBef>
                <a:spcPts val="2500"/>
              </a:spcBef>
              <a:buFont typeface="Arial" panose="020B0604020202020204" pitchFamily="34" charset="0"/>
              <a:buNone/>
            </a:pPr>
            <a:r>
              <a:rPr lang="en-US" b="1"/>
              <a:t>UCS Satellite Database</a:t>
            </a:r>
          </a:p>
          <a:p>
            <a:pPr marL="0" lvl="1" indent="0">
              <a:buFont typeface="Arial" panose="020B0604020202020204" pitchFamily="34" charset="0"/>
              <a:buNone/>
            </a:pPr>
            <a:r>
              <a:t>Details satellite operator ownership and purpose to analyze deployment and competition.</a:t>
            </a:r>
            <a:endParaRPr lang="en-US"/>
          </a:p>
        </p:txBody>
      </p:sp>
      <p:pic>
        <p:nvPicPr>
          <p:cNvPr id="5" name="Content Placeholder 4" descr="Map of the planet. World map. Global social network. Future">
            <a:extLst>
              <a:ext uri="{FF2B5EF4-FFF2-40B4-BE49-F238E27FC236}">
                <a16:creationId xmlns:a16="http://schemas.microsoft.com/office/drawing/2014/main" id="{102A3ACF-CB5C-4786-BCE8-7917D75ABA6A}"/>
              </a:ext>
            </a:extLst>
          </p:cNvPr>
          <p:cNvPicPr>
            <a:picLocks noGrp="1" noChangeAspect="1"/>
          </p:cNvPicPr>
          <p:nvPr>
            <p:ph type="pic" sz="quarter" idx="13"/>
          </p:nvPr>
        </p:nvPicPr>
        <p:blipFill>
          <a:blip r:embed="rId3"/>
          <a:srcRect l="30007" r="27664" b="1"/>
          <a:stretch>
            <a:fillRect/>
          </a:stretch>
        </p:blipFill>
        <p:spPr>
          <a:xfrm>
            <a:off x="8044872" y="10"/>
            <a:ext cx="4147127" cy="6857990"/>
          </a:xfrm>
        </p:spPr>
      </p:pic>
    </p:spTree>
    <p:extLst>
      <p:ext uri="{BB962C8B-B14F-4D97-AF65-F5344CB8AC3E}">
        <p14:creationId xmlns:p14="http://schemas.microsoft.com/office/powerpoint/2010/main" val="27391358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56349-7092-D6E9-8B79-AB555D7D58CC}"/>
              </a:ext>
            </a:extLst>
          </p:cNvPr>
          <p:cNvSpPr>
            <a:spLocks noGrp="1"/>
          </p:cNvSpPr>
          <p:nvPr>
            <p:ph type="title"/>
          </p:nvPr>
        </p:nvSpPr>
        <p:spPr>
          <a:xfrm>
            <a:off x="700790" y="2880794"/>
            <a:ext cx="7813623" cy="3702571"/>
          </a:xfrm>
        </p:spPr>
        <p:txBody>
          <a:bodyPr anchor="b">
            <a:normAutofit/>
          </a:bodyPr>
          <a:lstStyle/>
          <a:p>
            <a:r>
              <a:rPr lang="en-US"/>
              <a:t>Analytical Framework</a:t>
            </a:r>
          </a:p>
        </p:txBody>
      </p:sp>
    </p:spTree>
    <p:extLst>
      <p:ext uri="{BB962C8B-B14F-4D97-AF65-F5344CB8AC3E}">
        <p14:creationId xmlns:p14="http://schemas.microsoft.com/office/powerpoint/2010/main" val="9175798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FFDF-F4FC-C790-1F9C-7E7BCEC919BF}"/>
              </a:ext>
            </a:extLst>
          </p:cNvPr>
          <p:cNvSpPr>
            <a:spLocks noGrp="1"/>
          </p:cNvSpPr>
          <p:nvPr>
            <p:ph type="title"/>
          </p:nvPr>
        </p:nvSpPr>
        <p:spPr>
          <a:xfrm>
            <a:off x="700791" y="950976"/>
            <a:ext cx="4349424" cy="1459193"/>
          </a:xfrm>
        </p:spPr>
        <p:txBody>
          <a:bodyPr anchor="t">
            <a:normAutofit/>
          </a:bodyPr>
          <a:lstStyle/>
          <a:p>
            <a:r>
              <a:rPr lang="en-US"/>
              <a:t>Proposed Analytics</a:t>
            </a:r>
          </a:p>
        </p:txBody>
      </p:sp>
      <p:pic>
        <p:nvPicPr>
          <p:cNvPr id="5" name="Content Placeholder 4" descr="Global business">
            <a:extLst>
              <a:ext uri="{FF2B5EF4-FFF2-40B4-BE49-F238E27FC236}">
                <a16:creationId xmlns:a16="http://schemas.microsoft.com/office/drawing/2014/main" id="{D2C8A677-6079-4087-BC17-5FF1B11DA761}"/>
              </a:ext>
            </a:extLst>
          </p:cNvPr>
          <p:cNvPicPr>
            <a:picLocks noGrp="1" noChangeAspect="1"/>
          </p:cNvPicPr>
          <p:nvPr>
            <p:ph type="pic" sz="quarter" idx="13"/>
          </p:nvPr>
        </p:nvPicPr>
        <p:blipFill>
          <a:blip r:embed="rId3"/>
          <a:srcRect l="9604" r="31769" b="-1"/>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FA4B419D-02D8-1901-6705-8CA3E7C17AE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Coverage Gap Analysis</a:t>
            </a:r>
          </a:p>
          <a:p>
            <a:pPr marL="0" lvl="1" indent="0">
              <a:buFont typeface="Arial" panose="020B0604020202020204" pitchFamily="34" charset="0"/>
              <a:buNone/>
            </a:pPr>
            <a:r>
              <a:t>Analyzes LEO satellite orbital constraints against national boundaries to identify underserved areas within coverage bands.</a:t>
            </a:r>
            <a:endParaRPr lang="en-US"/>
          </a:p>
          <a:p>
            <a:pPr marL="0" indent="0">
              <a:spcBef>
                <a:spcPts val="2500"/>
              </a:spcBef>
              <a:buFont typeface="Arial" panose="020B0604020202020204" pitchFamily="34" charset="0"/>
              <a:buNone/>
            </a:pPr>
            <a:r>
              <a:rPr lang="en-US" b="1"/>
              <a:t>Constellation Comparison</a:t>
            </a:r>
          </a:p>
          <a:p>
            <a:pPr marL="0" lvl="1" indent="0">
              <a:buFont typeface="Arial" panose="020B0604020202020204" pitchFamily="34" charset="0"/>
              <a:buNone/>
            </a:pPr>
            <a:r>
              <a:t>Compares satellite constellations by count, inclination, and geographic reach among major operators.</a:t>
            </a:r>
            <a:endParaRPr lang="en-US"/>
          </a:p>
          <a:p>
            <a:pPr marL="0" indent="0">
              <a:spcBef>
                <a:spcPts val="2500"/>
              </a:spcBef>
              <a:buFont typeface="Arial" panose="020B0604020202020204" pitchFamily="34" charset="0"/>
              <a:buNone/>
            </a:pPr>
            <a:r>
              <a:rPr lang="en-US" b="1"/>
              <a:t>Trend Analysis</a:t>
            </a:r>
          </a:p>
          <a:p>
            <a:pPr marL="0" lvl="1" indent="0">
              <a:buFont typeface="Arial" panose="020B0604020202020204" pitchFamily="34" charset="0"/>
              <a:buNone/>
            </a:pPr>
            <a:r>
              <a:t>Uses a decade of World Bank data to assess if countries are improving connectivity or remain stalled.</a:t>
            </a:r>
            <a:endParaRPr lang="en-US"/>
          </a:p>
          <a:p>
            <a:pPr marL="0" indent="0">
              <a:spcBef>
                <a:spcPts val="2500"/>
              </a:spcBef>
              <a:buFont typeface="Arial" panose="020B0604020202020204" pitchFamily="34" charset="0"/>
              <a:buNone/>
            </a:pPr>
            <a:r>
              <a:rPr lang="en-US" b="1"/>
              <a:t>Affordability Modeling &amp; Impact Scoring</a:t>
            </a:r>
          </a:p>
          <a:p>
            <a:pPr marL="0" lvl="1" indent="0">
              <a:buFont typeface="Arial" panose="020B0604020202020204" pitchFamily="34" charset="0"/>
              <a:buNone/>
            </a:pPr>
            <a:r>
              <a:t>Quantifies economic accessibility and integrates multiple factors to rank countries by satellite internet benefit.</a:t>
            </a:r>
            <a:endParaRPr lang="en-US"/>
          </a:p>
        </p:txBody>
      </p:sp>
    </p:spTree>
    <p:extLst>
      <p:ext uri="{BB962C8B-B14F-4D97-AF65-F5344CB8AC3E}">
        <p14:creationId xmlns:p14="http://schemas.microsoft.com/office/powerpoint/2010/main" val="30409795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2A752-06CD-8DA4-1419-86482B079898}"/>
              </a:ext>
            </a:extLst>
          </p:cNvPr>
          <p:cNvSpPr>
            <a:spLocks noGrp="1"/>
          </p:cNvSpPr>
          <p:nvPr>
            <p:ph type="title"/>
          </p:nvPr>
        </p:nvSpPr>
        <p:spPr>
          <a:xfrm>
            <a:off x="700790" y="2880794"/>
            <a:ext cx="7813623" cy="3702571"/>
          </a:xfrm>
        </p:spPr>
        <p:txBody>
          <a:bodyPr anchor="b">
            <a:normAutofit/>
          </a:bodyPr>
          <a:lstStyle/>
          <a:p>
            <a:r>
              <a:rPr lang="en-US"/>
              <a:t>Execution Strategy</a:t>
            </a:r>
          </a:p>
        </p:txBody>
      </p:sp>
    </p:spTree>
    <p:extLst>
      <p:ext uri="{BB962C8B-B14F-4D97-AF65-F5344CB8AC3E}">
        <p14:creationId xmlns:p14="http://schemas.microsoft.com/office/powerpoint/2010/main" val="42286661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D45B4-A820-1229-B7AD-CCAA69477389}"/>
              </a:ext>
            </a:extLst>
          </p:cNvPr>
          <p:cNvSpPr>
            <a:spLocks noGrp="1"/>
          </p:cNvSpPr>
          <p:nvPr>
            <p:ph type="title"/>
          </p:nvPr>
        </p:nvSpPr>
        <p:spPr>
          <a:xfrm>
            <a:off x="700791" y="950976"/>
            <a:ext cx="4349424" cy="1459193"/>
          </a:xfrm>
        </p:spPr>
        <p:txBody>
          <a:bodyPr anchor="t">
            <a:normAutofit/>
          </a:bodyPr>
          <a:lstStyle/>
          <a:p>
            <a:r>
              <a:rPr lang="en-US"/>
              <a:t>Challenges &amp; Mitigation</a:t>
            </a:r>
          </a:p>
        </p:txBody>
      </p:sp>
      <p:pic>
        <p:nvPicPr>
          <p:cNvPr id="5" name="Content Placeholder 4" descr="Blockchain, Data, Internet, Security System, Computer Network">
            <a:extLst>
              <a:ext uri="{FF2B5EF4-FFF2-40B4-BE49-F238E27FC236}">
                <a16:creationId xmlns:a16="http://schemas.microsoft.com/office/drawing/2014/main" id="{203677A6-3725-4B40-ACB2-97094BD9A92B}"/>
              </a:ext>
            </a:extLst>
          </p:cNvPr>
          <p:cNvPicPr>
            <a:picLocks noGrp="1" noChangeAspect="1"/>
          </p:cNvPicPr>
          <p:nvPr>
            <p:ph type="pic" sz="quarter" idx="13"/>
          </p:nvPr>
        </p:nvPicPr>
        <p:blipFill>
          <a:blip r:embed="rId3"/>
          <a:srcRect l="32293" r="9080" b="-1"/>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FB67E02A-289F-DD06-FA59-BE4D4DDECE8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Entity Resolution Challenges</a:t>
            </a:r>
          </a:p>
          <a:p>
            <a:pPr marL="0" lvl="1" indent="0">
              <a:buFont typeface="Arial" panose="020B0604020202020204" pitchFamily="34" charset="0"/>
              <a:buNone/>
            </a:pPr>
            <a:r>
              <a:t>Different country naming conventions require fuzzy matching or standardized crosswalks for data alignment.</a:t>
            </a:r>
            <a:endParaRPr lang="en-US"/>
          </a:p>
          <a:p>
            <a:pPr marL="0" indent="0">
              <a:spcBef>
                <a:spcPts val="2500"/>
              </a:spcBef>
              <a:buFont typeface="Arial" panose="020B0604020202020204" pitchFamily="34" charset="0"/>
              <a:buNone/>
            </a:pPr>
            <a:r>
              <a:rPr lang="en-US" b="1"/>
              <a:t>Data Currency Constraints</a:t>
            </a:r>
          </a:p>
          <a:p>
            <a:pPr marL="0" lvl="1" indent="0">
              <a:buFont typeface="Arial" panose="020B0604020202020204" pitchFamily="34" charset="0"/>
              <a:buNone/>
            </a:pPr>
            <a:r>
              <a:t>Satellite data update frequencies vary, causing possible discrepancies between data sources like UCS and CelesTrak.</a:t>
            </a:r>
            <a:endParaRPr lang="en-US"/>
          </a:p>
          <a:p>
            <a:pPr marL="0" indent="0">
              <a:spcBef>
                <a:spcPts val="2500"/>
              </a:spcBef>
              <a:buFont typeface="Arial" panose="020B0604020202020204" pitchFamily="34" charset="0"/>
              <a:buNone/>
            </a:pPr>
            <a:r>
              <a:rPr lang="en-US" b="1"/>
              <a:t>Modeling Coverage Zones</a:t>
            </a:r>
          </a:p>
          <a:p>
            <a:pPr marL="0" lvl="1" indent="0">
              <a:buFont typeface="Arial" panose="020B0604020202020204" pitchFamily="34" charset="0"/>
              <a:buNone/>
            </a:pPr>
            <a:r>
              <a:t>Simplifying orbital mechanics into latitude-based zones requires careful documentation and validation.</a:t>
            </a:r>
            <a:endParaRPr lang="en-US"/>
          </a:p>
          <a:p>
            <a:pPr marL="0" indent="0">
              <a:spcBef>
                <a:spcPts val="2500"/>
              </a:spcBef>
              <a:buFont typeface="Arial" panose="020B0604020202020204" pitchFamily="34" charset="0"/>
              <a:buNone/>
            </a:pPr>
            <a:r>
              <a:rPr lang="en-US" b="1"/>
              <a:t>Risk Mitigation Strategy</a:t>
            </a:r>
          </a:p>
          <a:p>
            <a:pPr marL="0" lvl="1" indent="0">
              <a:buFont typeface="Arial" panose="020B0604020202020204" pitchFamily="34" charset="0"/>
              <a:buNone/>
            </a:pPr>
            <a:r>
              <a:t>Tiered scope and transparent assumptions maintain project momentum and analytical rigor.</a:t>
            </a:r>
            <a:endParaRPr lang="en-US"/>
          </a:p>
        </p:txBody>
      </p:sp>
    </p:spTree>
    <p:extLst>
      <p:ext uri="{BB962C8B-B14F-4D97-AF65-F5344CB8AC3E}">
        <p14:creationId xmlns:p14="http://schemas.microsoft.com/office/powerpoint/2010/main" val="34829196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50D2-1B1E-2FD7-8BBD-769311C71D17}"/>
              </a:ext>
            </a:extLst>
          </p:cNvPr>
          <p:cNvSpPr>
            <a:spLocks noGrp="1"/>
          </p:cNvSpPr>
          <p:nvPr>
            <p:ph type="title"/>
          </p:nvPr>
        </p:nvSpPr>
        <p:spPr>
          <a:xfrm>
            <a:off x="700790" y="2880794"/>
            <a:ext cx="7813623" cy="3702571"/>
          </a:xfrm>
        </p:spPr>
        <p:txBody>
          <a:bodyPr anchor="b">
            <a:normAutofit/>
          </a:bodyPr>
          <a:lstStyle/>
          <a:p>
            <a:r>
              <a:rPr lang="en-US"/>
              <a:t>Outcome Impact</a:t>
            </a:r>
          </a:p>
        </p:txBody>
      </p:sp>
    </p:spTree>
    <p:extLst>
      <p:ext uri="{BB962C8B-B14F-4D97-AF65-F5344CB8AC3E}">
        <p14:creationId xmlns:p14="http://schemas.microsoft.com/office/powerpoint/2010/main" val="16480257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2942F-20C5-0150-50FC-1C0AD9817D16}"/>
              </a:ext>
            </a:extLst>
          </p:cNvPr>
          <p:cNvSpPr>
            <a:spLocks noGrp="1"/>
          </p:cNvSpPr>
          <p:nvPr>
            <p:ph type="title"/>
          </p:nvPr>
        </p:nvSpPr>
        <p:spPr>
          <a:xfrm>
            <a:off x="700791" y="950976"/>
            <a:ext cx="4349424" cy="1459193"/>
          </a:xfrm>
        </p:spPr>
        <p:txBody>
          <a:bodyPr anchor="t">
            <a:normAutofit/>
          </a:bodyPr>
          <a:lstStyle/>
          <a:p>
            <a:r>
              <a:rPr lang="en-US"/>
              <a:t>Expected Deliverables</a:t>
            </a:r>
          </a:p>
        </p:txBody>
      </p:sp>
      <p:pic>
        <p:nvPicPr>
          <p:cNvPr id="5" name="Content Placeholder 4" descr="Medical interface of the future, a system for managing medical data obtained by scanning the neural network of the human brain. Thanks to modern technologies and the help of neural networks, it is possible to make predictions and diagnose diseases at an early stage.">
            <a:extLst>
              <a:ext uri="{FF2B5EF4-FFF2-40B4-BE49-F238E27FC236}">
                <a16:creationId xmlns:a16="http://schemas.microsoft.com/office/drawing/2014/main" id="{0051A3A9-7FF0-4C7B-BFC8-92624E5D7C3D}"/>
              </a:ext>
            </a:extLst>
          </p:cNvPr>
          <p:cNvPicPr>
            <a:picLocks noGrp="1" noChangeAspect="1"/>
          </p:cNvPicPr>
          <p:nvPr>
            <p:ph type="pic" sz="quarter" idx="13"/>
          </p:nvPr>
        </p:nvPicPr>
        <p:blipFill>
          <a:blip r:embed="rId3"/>
          <a:srcRect l="20341" r="24681"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241A2BA2-1136-B329-26BB-7CD165DF745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dirty="0"/>
              <a:t>Integrated Data Set</a:t>
            </a:r>
          </a:p>
          <a:p>
            <a:pPr marL="0" lvl="1" indent="0">
              <a:buFont typeface="Arial" panose="020B0604020202020204" pitchFamily="34" charset="0"/>
              <a:buNone/>
            </a:pPr>
            <a:r>
              <a:rPr dirty="0"/>
              <a:t>A validated dataset links connectivity, human development, and satellite coverage per country for comprehensive analysis.</a:t>
            </a:r>
            <a:endParaRPr lang="en-US" dirty="0"/>
          </a:p>
          <a:p>
            <a:pPr marL="0" indent="0">
              <a:spcBef>
                <a:spcPts val="2500"/>
              </a:spcBef>
              <a:buFont typeface="Arial" panose="020B0604020202020204" pitchFamily="34" charset="0"/>
              <a:buNone/>
            </a:pPr>
            <a:r>
              <a:rPr lang="en-US" b="1" dirty="0"/>
              <a:t>Impact Scoring Model</a:t>
            </a:r>
          </a:p>
          <a:p>
            <a:pPr marL="0" lvl="1" indent="0">
              <a:buFont typeface="Arial" panose="020B0604020202020204" pitchFamily="34" charset="0"/>
              <a:buNone/>
            </a:pPr>
            <a:r>
              <a:rPr dirty="0"/>
              <a:t>Models identify areas where LEO satellites can maximize social uplift and improve connectivity.</a:t>
            </a:r>
            <a:endParaRPr lang="en-US" dirty="0"/>
          </a:p>
          <a:p>
            <a:pPr marL="0" indent="0">
              <a:spcBef>
                <a:spcPts val="2500"/>
              </a:spcBef>
              <a:buFont typeface="Arial" panose="020B0604020202020204" pitchFamily="34" charset="0"/>
              <a:buNone/>
            </a:pPr>
            <a:r>
              <a:rPr lang="en-US" b="1" dirty="0"/>
              <a:t>Interactive Visualizations</a:t>
            </a:r>
          </a:p>
          <a:p>
            <a:pPr marL="0" lvl="1" indent="0">
              <a:buNone/>
            </a:pPr>
            <a:r>
              <a:rPr dirty="0"/>
              <a:t>Dashboards and geographic animations enable stakeholders to explore global connectivity patterns interactively.</a:t>
            </a:r>
            <a:r>
              <a:rPr lang="en-US" dirty="0"/>
              <a:t>  Tools may be Python, Tableau or Flourish, as examples.</a:t>
            </a:r>
          </a:p>
          <a:p>
            <a:pPr marL="0" indent="0">
              <a:spcBef>
                <a:spcPts val="2500"/>
              </a:spcBef>
              <a:buFont typeface="Arial" panose="020B0604020202020204" pitchFamily="34" charset="0"/>
              <a:buNone/>
            </a:pPr>
            <a:r>
              <a:rPr lang="en-US" b="1" dirty="0"/>
              <a:t>Technical Documentation</a:t>
            </a:r>
          </a:p>
          <a:p>
            <a:pPr marL="0" lvl="1" indent="0">
              <a:buFont typeface="Arial" panose="020B0604020202020204" pitchFamily="34" charset="0"/>
              <a:buNone/>
            </a:pPr>
            <a:r>
              <a:rPr dirty="0"/>
              <a:t>Comprehensive documentation ensures reproducibility of ETL pipelines and data quality frameworks.</a:t>
            </a:r>
            <a:endParaRPr lang="en-US" dirty="0"/>
          </a:p>
        </p:txBody>
      </p:sp>
    </p:spTree>
    <p:extLst>
      <p:ext uri="{BB962C8B-B14F-4D97-AF65-F5344CB8AC3E}">
        <p14:creationId xmlns:p14="http://schemas.microsoft.com/office/powerpoint/2010/main" val="5924882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_win32_v2" id="{EA3A9FFA-819F-4D3E-AEF6-CC5734AB838D}" vid="{1F571BB7-50E8-41A1-A2D5-A3C1959E2B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643E64-6D3D-44E7-9AA9-BB67A5DC20DA}">
  <ds:schemaRefs>
    <ds:schemaRef ds:uri="http://schemas.microsoft.com/sharepoint/v3/contenttype/forms"/>
  </ds:schemaRefs>
</ds:datastoreItem>
</file>

<file path=customXml/itemProps2.xml><?xml version="1.0" encoding="utf-8"?>
<ds:datastoreItem xmlns:ds="http://schemas.openxmlformats.org/officeDocument/2006/customXml" ds:itemID="{BBADCDC3-A8CB-4170-8DC0-A1E8881FA1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9E2B330-7DB9-4CB0-97A6-80197FBE82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623</TotalTime>
  <Words>7</Words>
  <Application>Microsoft Office PowerPoint</Application>
  <PresentationFormat>Widescreen</PresentationFormat>
  <Paragraphs>4</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School days</vt:lpstr>
      <vt:lpstr>Bridging the Digital Divide from Orbit </vt:lpstr>
      <vt:lpstr>Project Overview</vt:lpstr>
      <vt:lpstr>Problem &amp; Opportunity</vt:lpstr>
      <vt:lpstr>Context &amp; Motivation</vt:lpstr>
      <vt:lpstr>Personal Context</vt:lpstr>
      <vt:lpstr>Preliminary Insights</vt:lpstr>
      <vt:lpstr>Preliminary Findings</vt:lpstr>
      <vt:lpstr>Data Architecture</vt:lpstr>
      <vt:lpstr>Possible Data Sources</vt:lpstr>
      <vt:lpstr>Analytical Framework</vt:lpstr>
      <vt:lpstr>Proposed Analytics</vt:lpstr>
      <vt:lpstr>Execution Strategy</vt:lpstr>
      <vt:lpstr>Challenges &amp; Mitigation</vt:lpstr>
      <vt:lpstr>Outcome Impact</vt:lpstr>
      <vt:lpstr>Expected Deliverables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92</cp:revision>
  <dcterms:created xsi:type="dcterms:W3CDTF">2025-11-20T18:31:10Z</dcterms:created>
  <dcterms:modified xsi:type="dcterms:W3CDTF">2026-02-21T15:47:50Z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